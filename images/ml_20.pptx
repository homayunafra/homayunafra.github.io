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75898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59" d="100"/>
          <a:sy n="59" d="100"/>
        </p:scale>
        <p:origin x="1734" y="2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9238" y="1122363"/>
            <a:ext cx="6451362" cy="2387600"/>
          </a:xfrm>
        </p:spPr>
        <p:txBody>
          <a:bodyPr anchor="b"/>
          <a:lstStyle>
            <a:lvl1pPr algn="ctr">
              <a:defRPr sz="49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8730" y="3602038"/>
            <a:ext cx="5692379" cy="1655762"/>
          </a:xfrm>
        </p:spPr>
        <p:txBody>
          <a:bodyPr/>
          <a:lstStyle>
            <a:lvl1pPr marL="0" indent="0" algn="ctr">
              <a:buNone/>
              <a:defRPr sz="1992"/>
            </a:lvl1pPr>
            <a:lvl2pPr marL="379476" indent="0" algn="ctr">
              <a:buNone/>
              <a:defRPr sz="1660"/>
            </a:lvl2pPr>
            <a:lvl3pPr marL="758952" indent="0" algn="ctr">
              <a:buNone/>
              <a:defRPr sz="1494"/>
            </a:lvl3pPr>
            <a:lvl4pPr marL="1138428" indent="0" algn="ctr">
              <a:buNone/>
              <a:defRPr sz="1328"/>
            </a:lvl4pPr>
            <a:lvl5pPr marL="1517904" indent="0" algn="ctr">
              <a:buNone/>
              <a:defRPr sz="1328"/>
            </a:lvl5pPr>
            <a:lvl6pPr marL="1897380" indent="0" algn="ctr">
              <a:buNone/>
              <a:defRPr sz="1328"/>
            </a:lvl6pPr>
            <a:lvl7pPr marL="2276856" indent="0" algn="ctr">
              <a:buNone/>
              <a:defRPr sz="1328"/>
            </a:lvl7pPr>
            <a:lvl8pPr marL="2656332" indent="0" algn="ctr">
              <a:buNone/>
              <a:defRPr sz="1328"/>
            </a:lvl8pPr>
            <a:lvl9pPr marL="3035808" indent="0" algn="ctr">
              <a:buNone/>
              <a:defRPr sz="1328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F00BF-7077-4AB6-8018-4D3547F0313F}" type="datetimeFigureOut">
              <a:rPr lang="LID4096" smtClean="0"/>
              <a:t>07/14/2025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892D5-E13F-4E9F-A322-AFCF640CE62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6704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F00BF-7077-4AB6-8018-4D3547F0313F}" type="datetimeFigureOut">
              <a:rPr lang="LID4096" smtClean="0"/>
              <a:t>07/14/2025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892D5-E13F-4E9F-A322-AFCF640CE62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60061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849" y="1709740"/>
            <a:ext cx="6546235" cy="2852737"/>
          </a:xfrm>
        </p:spPr>
        <p:txBody>
          <a:bodyPr anchor="b"/>
          <a:lstStyle>
            <a:lvl1pPr>
              <a:defRPr sz="49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849" y="4589465"/>
            <a:ext cx="6546235" cy="1500187"/>
          </a:xfrm>
        </p:spPr>
        <p:txBody>
          <a:bodyPr/>
          <a:lstStyle>
            <a:lvl1pPr marL="0" indent="0">
              <a:buNone/>
              <a:defRPr sz="1992">
                <a:solidFill>
                  <a:schemeClr val="tx1">
                    <a:tint val="82000"/>
                  </a:schemeClr>
                </a:solidFill>
              </a:defRPr>
            </a:lvl1pPr>
            <a:lvl2pPr marL="379476" indent="0">
              <a:buNone/>
              <a:defRPr sz="1660">
                <a:solidFill>
                  <a:schemeClr val="tx1">
                    <a:tint val="82000"/>
                  </a:schemeClr>
                </a:solidFill>
              </a:defRPr>
            </a:lvl2pPr>
            <a:lvl3pPr marL="758952" indent="0">
              <a:buNone/>
              <a:defRPr sz="1494">
                <a:solidFill>
                  <a:schemeClr val="tx1">
                    <a:tint val="82000"/>
                  </a:schemeClr>
                </a:solidFill>
              </a:defRPr>
            </a:lvl3pPr>
            <a:lvl4pPr marL="1138428" indent="0">
              <a:buNone/>
              <a:defRPr sz="1328">
                <a:solidFill>
                  <a:schemeClr val="tx1">
                    <a:tint val="82000"/>
                  </a:schemeClr>
                </a:solidFill>
              </a:defRPr>
            </a:lvl4pPr>
            <a:lvl5pPr marL="1517904" indent="0">
              <a:buNone/>
              <a:defRPr sz="1328">
                <a:solidFill>
                  <a:schemeClr val="tx1">
                    <a:tint val="82000"/>
                  </a:schemeClr>
                </a:solidFill>
              </a:defRPr>
            </a:lvl5pPr>
            <a:lvl6pPr marL="1897380" indent="0">
              <a:buNone/>
              <a:defRPr sz="1328">
                <a:solidFill>
                  <a:schemeClr val="tx1">
                    <a:tint val="82000"/>
                  </a:schemeClr>
                </a:solidFill>
              </a:defRPr>
            </a:lvl6pPr>
            <a:lvl7pPr marL="2276856" indent="0">
              <a:buNone/>
              <a:defRPr sz="1328">
                <a:solidFill>
                  <a:schemeClr val="tx1">
                    <a:tint val="82000"/>
                  </a:schemeClr>
                </a:solidFill>
              </a:defRPr>
            </a:lvl7pPr>
            <a:lvl8pPr marL="2656332" indent="0">
              <a:buNone/>
              <a:defRPr sz="1328">
                <a:solidFill>
                  <a:schemeClr val="tx1">
                    <a:tint val="82000"/>
                  </a:schemeClr>
                </a:solidFill>
              </a:defRPr>
            </a:lvl8pPr>
            <a:lvl9pPr marL="3035808" indent="0">
              <a:buNone/>
              <a:defRPr sz="132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F00BF-7077-4AB6-8018-4D3547F0313F}" type="datetimeFigureOut">
              <a:rPr lang="LID4096" smtClean="0"/>
              <a:t>07/14/2025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892D5-E13F-4E9F-A322-AFCF640CE62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5607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21801" y="1825625"/>
            <a:ext cx="3225681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2356" y="1825625"/>
            <a:ext cx="3225681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F00BF-7077-4AB6-8018-4D3547F0313F}" type="datetimeFigureOut">
              <a:rPr lang="LID4096" smtClean="0"/>
              <a:t>07/14/2025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892D5-E13F-4E9F-A322-AFCF640CE62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37546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790" y="365127"/>
            <a:ext cx="6546235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2791" y="1681163"/>
            <a:ext cx="3210857" cy="823912"/>
          </a:xfrm>
        </p:spPr>
        <p:txBody>
          <a:bodyPr anchor="b"/>
          <a:lstStyle>
            <a:lvl1pPr marL="0" indent="0">
              <a:buNone/>
              <a:defRPr sz="1992" b="1"/>
            </a:lvl1pPr>
            <a:lvl2pPr marL="379476" indent="0">
              <a:buNone/>
              <a:defRPr sz="1660" b="1"/>
            </a:lvl2pPr>
            <a:lvl3pPr marL="758952" indent="0">
              <a:buNone/>
              <a:defRPr sz="1494" b="1"/>
            </a:lvl3pPr>
            <a:lvl4pPr marL="1138428" indent="0">
              <a:buNone/>
              <a:defRPr sz="1328" b="1"/>
            </a:lvl4pPr>
            <a:lvl5pPr marL="1517904" indent="0">
              <a:buNone/>
              <a:defRPr sz="1328" b="1"/>
            </a:lvl5pPr>
            <a:lvl6pPr marL="1897380" indent="0">
              <a:buNone/>
              <a:defRPr sz="1328" b="1"/>
            </a:lvl6pPr>
            <a:lvl7pPr marL="2276856" indent="0">
              <a:buNone/>
              <a:defRPr sz="1328" b="1"/>
            </a:lvl7pPr>
            <a:lvl8pPr marL="2656332" indent="0">
              <a:buNone/>
              <a:defRPr sz="1328" b="1"/>
            </a:lvl8pPr>
            <a:lvl9pPr marL="3035808" indent="0">
              <a:buNone/>
              <a:defRPr sz="1328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2791" y="2505075"/>
            <a:ext cx="321085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42356" y="1681163"/>
            <a:ext cx="3226670" cy="823912"/>
          </a:xfrm>
        </p:spPr>
        <p:txBody>
          <a:bodyPr anchor="b"/>
          <a:lstStyle>
            <a:lvl1pPr marL="0" indent="0">
              <a:buNone/>
              <a:defRPr sz="1992" b="1"/>
            </a:lvl1pPr>
            <a:lvl2pPr marL="379476" indent="0">
              <a:buNone/>
              <a:defRPr sz="1660" b="1"/>
            </a:lvl2pPr>
            <a:lvl3pPr marL="758952" indent="0">
              <a:buNone/>
              <a:defRPr sz="1494" b="1"/>
            </a:lvl3pPr>
            <a:lvl4pPr marL="1138428" indent="0">
              <a:buNone/>
              <a:defRPr sz="1328" b="1"/>
            </a:lvl4pPr>
            <a:lvl5pPr marL="1517904" indent="0">
              <a:buNone/>
              <a:defRPr sz="1328" b="1"/>
            </a:lvl5pPr>
            <a:lvl6pPr marL="1897380" indent="0">
              <a:buNone/>
              <a:defRPr sz="1328" b="1"/>
            </a:lvl6pPr>
            <a:lvl7pPr marL="2276856" indent="0">
              <a:buNone/>
              <a:defRPr sz="1328" b="1"/>
            </a:lvl7pPr>
            <a:lvl8pPr marL="2656332" indent="0">
              <a:buNone/>
              <a:defRPr sz="1328" b="1"/>
            </a:lvl8pPr>
            <a:lvl9pPr marL="3035808" indent="0">
              <a:buNone/>
              <a:defRPr sz="1328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42356" y="2505075"/>
            <a:ext cx="322667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F00BF-7077-4AB6-8018-4D3547F0313F}" type="datetimeFigureOut">
              <a:rPr lang="LID4096" smtClean="0"/>
              <a:t>07/14/2025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892D5-E13F-4E9F-A322-AFCF640CE62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46454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F00BF-7077-4AB6-8018-4D3547F0313F}" type="datetimeFigureOut">
              <a:rPr lang="LID4096" smtClean="0"/>
              <a:t>07/14/2025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892D5-E13F-4E9F-A322-AFCF640CE62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6200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F00BF-7077-4AB6-8018-4D3547F0313F}" type="datetimeFigureOut">
              <a:rPr lang="LID4096" smtClean="0"/>
              <a:t>07/14/2025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892D5-E13F-4E9F-A322-AFCF640CE62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15087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790" y="457200"/>
            <a:ext cx="2447920" cy="1600200"/>
          </a:xfrm>
        </p:spPr>
        <p:txBody>
          <a:bodyPr anchor="b"/>
          <a:lstStyle>
            <a:lvl1pPr>
              <a:defRPr sz="265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26670" y="987427"/>
            <a:ext cx="3842355" cy="4873625"/>
          </a:xfrm>
        </p:spPr>
        <p:txBody>
          <a:bodyPr/>
          <a:lstStyle>
            <a:lvl1pPr>
              <a:defRPr sz="2656"/>
            </a:lvl1pPr>
            <a:lvl2pPr>
              <a:defRPr sz="2324"/>
            </a:lvl2pPr>
            <a:lvl3pPr>
              <a:defRPr sz="1992"/>
            </a:lvl3pPr>
            <a:lvl4pPr>
              <a:defRPr sz="1660"/>
            </a:lvl4pPr>
            <a:lvl5pPr>
              <a:defRPr sz="1660"/>
            </a:lvl5pPr>
            <a:lvl6pPr>
              <a:defRPr sz="1660"/>
            </a:lvl6pPr>
            <a:lvl7pPr>
              <a:defRPr sz="1660"/>
            </a:lvl7pPr>
            <a:lvl8pPr>
              <a:defRPr sz="1660"/>
            </a:lvl8pPr>
            <a:lvl9pPr>
              <a:defRPr sz="166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2790" y="2057400"/>
            <a:ext cx="2447920" cy="3811588"/>
          </a:xfrm>
        </p:spPr>
        <p:txBody>
          <a:bodyPr/>
          <a:lstStyle>
            <a:lvl1pPr marL="0" indent="0">
              <a:buNone/>
              <a:defRPr sz="1328"/>
            </a:lvl1pPr>
            <a:lvl2pPr marL="379476" indent="0">
              <a:buNone/>
              <a:defRPr sz="1162"/>
            </a:lvl2pPr>
            <a:lvl3pPr marL="758952" indent="0">
              <a:buNone/>
              <a:defRPr sz="996"/>
            </a:lvl3pPr>
            <a:lvl4pPr marL="1138428" indent="0">
              <a:buNone/>
              <a:defRPr sz="830"/>
            </a:lvl4pPr>
            <a:lvl5pPr marL="1517904" indent="0">
              <a:buNone/>
              <a:defRPr sz="830"/>
            </a:lvl5pPr>
            <a:lvl6pPr marL="1897380" indent="0">
              <a:buNone/>
              <a:defRPr sz="830"/>
            </a:lvl6pPr>
            <a:lvl7pPr marL="2276856" indent="0">
              <a:buNone/>
              <a:defRPr sz="830"/>
            </a:lvl7pPr>
            <a:lvl8pPr marL="2656332" indent="0">
              <a:buNone/>
              <a:defRPr sz="830"/>
            </a:lvl8pPr>
            <a:lvl9pPr marL="3035808" indent="0">
              <a:buNone/>
              <a:defRPr sz="83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F00BF-7077-4AB6-8018-4D3547F0313F}" type="datetimeFigureOut">
              <a:rPr lang="LID4096" smtClean="0"/>
              <a:t>07/14/2025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892D5-E13F-4E9F-A322-AFCF640CE62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88857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790" y="457200"/>
            <a:ext cx="2447920" cy="1600200"/>
          </a:xfrm>
        </p:spPr>
        <p:txBody>
          <a:bodyPr anchor="b"/>
          <a:lstStyle>
            <a:lvl1pPr>
              <a:defRPr sz="265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26670" y="987427"/>
            <a:ext cx="3842355" cy="4873625"/>
          </a:xfrm>
        </p:spPr>
        <p:txBody>
          <a:bodyPr anchor="t"/>
          <a:lstStyle>
            <a:lvl1pPr marL="0" indent="0">
              <a:buNone/>
              <a:defRPr sz="2656"/>
            </a:lvl1pPr>
            <a:lvl2pPr marL="379476" indent="0">
              <a:buNone/>
              <a:defRPr sz="2324"/>
            </a:lvl2pPr>
            <a:lvl3pPr marL="758952" indent="0">
              <a:buNone/>
              <a:defRPr sz="1992"/>
            </a:lvl3pPr>
            <a:lvl4pPr marL="1138428" indent="0">
              <a:buNone/>
              <a:defRPr sz="1660"/>
            </a:lvl4pPr>
            <a:lvl5pPr marL="1517904" indent="0">
              <a:buNone/>
              <a:defRPr sz="1660"/>
            </a:lvl5pPr>
            <a:lvl6pPr marL="1897380" indent="0">
              <a:buNone/>
              <a:defRPr sz="1660"/>
            </a:lvl6pPr>
            <a:lvl7pPr marL="2276856" indent="0">
              <a:buNone/>
              <a:defRPr sz="1660"/>
            </a:lvl7pPr>
            <a:lvl8pPr marL="2656332" indent="0">
              <a:buNone/>
              <a:defRPr sz="1660"/>
            </a:lvl8pPr>
            <a:lvl9pPr marL="3035808" indent="0">
              <a:buNone/>
              <a:defRPr sz="166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2790" y="2057400"/>
            <a:ext cx="2447920" cy="3811588"/>
          </a:xfrm>
        </p:spPr>
        <p:txBody>
          <a:bodyPr/>
          <a:lstStyle>
            <a:lvl1pPr marL="0" indent="0">
              <a:buNone/>
              <a:defRPr sz="1328"/>
            </a:lvl1pPr>
            <a:lvl2pPr marL="379476" indent="0">
              <a:buNone/>
              <a:defRPr sz="1162"/>
            </a:lvl2pPr>
            <a:lvl3pPr marL="758952" indent="0">
              <a:buNone/>
              <a:defRPr sz="996"/>
            </a:lvl3pPr>
            <a:lvl4pPr marL="1138428" indent="0">
              <a:buNone/>
              <a:defRPr sz="830"/>
            </a:lvl4pPr>
            <a:lvl5pPr marL="1517904" indent="0">
              <a:buNone/>
              <a:defRPr sz="830"/>
            </a:lvl5pPr>
            <a:lvl6pPr marL="1897380" indent="0">
              <a:buNone/>
              <a:defRPr sz="830"/>
            </a:lvl6pPr>
            <a:lvl7pPr marL="2276856" indent="0">
              <a:buNone/>
              <a:defRPr sz="830"/>
            </a:lvl7pPr>
            <a:lvl8pPr marL="2656332" indent="0">
              <a:buNone/>
              <a:defRPr sz="830"/>
            </a:lvl8pPr>
            <a:lvl9pPr marL="3035808" indent="0">
              <a:buNone/>
              <a:defRPr sz="83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F00BF-7077-4AB6-8018-4D3547F0313F}" type="datetimeFigureOut">
              <a:rPr lang="LID4096" smtClean="0"/>
              <a:t>07/14/2025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892D5-E13F-4E9F-A322-AFCF640CE62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84104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F00BF-7077-4AB6-8018-4D3547F0313F}" type="datetimeFigureOut">
              <a:rPr lang="LID4096" smtClean="0"/>
              <a:t>07/14/2025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892D5-E13F-4E9F-A322-AFCF640CE62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41200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31478" y="365125"/>
            <a:ext cx="1636559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1802" y="365125"/>
            <a:ext cx="4814803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F00BF-7077-4AB6-8018-4D3547F0313F}" type="datetimeFigureOut">
              <a:rPr lang="LID4096" smtClean="0"/>
              <a:t>07/14/2025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892D5-E13F-4E9F-A322-AFCF640CE62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47023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802" y="365127"/>
            <a:ext cx="654623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1802" y="1825625"/>
            <a:ext cx="654623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21801" y="6356352"/>
            <a:ext cx="17077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EF00BF-7077-4AB6-8018-4D3547F0313F}" type="datetimeFigureOut">
              <a:rPr lang="LID4096" smtClean="0"/>
              <a:t>07/14/2025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14134" y="6356352"/>
            <a:ext cx="2561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60323" y="6356352"/>
            <a:ext cx="17077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D892D5-E13F-4E9F-A322-AFCF640CE62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45244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58952" rtl="0" eaLnBrk="1" latinLnBrk="0" hangingPunct="1">
        <a:lnSpc>
          <a:spcPct val="90000"/>
        </a:lnSpc>
        <a:spcBef>
          <a:spcPct val="0"/>
        </a:spcBef>
        <a:buNone/>
        <a:defRPr sz="365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738" indent="-189738" algn="l" defTabSz="758952" rtl="0" eaLnBrk="1" latinLnBrk="0" hangingPunct="1">
        <a:lnSpc>
          <a:spcPct val="90000"/>
        </a:lnSpc>
        <a:spcBef>
          <a:spcPts val="830"/>
        </a:spcBef>
        <a:buFont typeface="Arial" panose="020B0604020202020204" pitchFamily="34" charset="0"/>
        <a:buChar char="•"/>
        <a:defRPr sz="2324" kern="1200">
          <a:solidFill>
            <a:schemeClr val="tx1"/>
          </a:solidFill>
          <a:latin typeface="+mn-lt"/>
          <a:ea typeface="+mn-ea"/>
          <a:cs typeface="+mn-cs"/>
        </a:defRPr>
      </a:lvl1pPr>
      <a:lvl2pPr marL="569214" indent="-189738" algn="l" defTabSz="758952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2pPr>
      <a:lvl3pPr marL="948690" indent="-189738" algn="l" defTabSz="758952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660" kern="1200">
          <a:solidFill>
            <a:schemeClr val="tx1"/>
          </a:solidFill>
          <a:latin typeface="+mn-lt"/>
          <a:ea typeface="+mn-ea"/>
          <a:cs typeface="+mn-cs"/>
        </a:defRPr>
      </a:lvl3pPr>
      <a:lvl4pPr marL="1328166" indent="-189738" algn="l" defTabSz="758952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494" kern="1200">
          <a:solidFill>
            <a:schemeClr val="tx1"/>
          </a:solidFill>
          <a:latin typeface="+mn-lt"/>
          <a:ea typeface="+mn-ea"/>
          <a:cs typeface="+mn-cs"/>
        </a:defRPr>
      </a:lvl4pPr>
      <a:lvl5pPr marL="1707642" indent="-189738" algn="l" defTabSz="758952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494" kern="1200">
          <a:solidFill>
            <a:schemeClr val="tx1"/>
          </a:solidFill>
          <a:latin typeface="+mn-lt"/>
          <a:ea typeface="+mn-ea"/>
          <a:cs typeface="+mn-cs"/>
        </a:defRPr>
      </a:lvl5pPr>
      <a:lvl6pPr marL="2087118" indent="-189738" algn="l" defTabSz="758952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494" kern="1200">
          <a:solidFill>
            <a:schemeClr val="tx1"/>
          </a:solidFill>
          <a:latin typeface="+mn-lt"/>
          <a:ea typeface="+mn-ea"/>
          <a:cs typeface="+mn-cs"/>
        </a:defRPr>
      </a:lvl6pPr>
      <a:lvl7pPr marL="2466594" indent="-189738" algn="l" defTabSz="758952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494" kern="1200">
          <a:solidFill>
            <a:schemeClr val="tx1"/>
          </a:solidFill>
          <a:latin typeface="+mn-lt"/>
          <a:ea typeface="+mn-ea"/>
          <a:cs typeface="+mn-cs"/>
        </a:defRPr>
      </a:lvl7pPr>
      <a:lvl8pPr marL="2846070" indent="-189738" algn="l" defTabSz="758952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494" kern="1200">
          <a:solidFill>
            <a:schemeClr val="tx1"/>
          </a:solidFill>
          <a:latin typeface="+mn-lt"/>
          <a:ea typeface="+mn-ea"/>
          <a:cs typeface="+mn-cs"/>
        </a:defRPr>
      </a:lvl8pPr>
      <a:lvl9pPr marL="3225546" indent="-189738" algn="l" defTabSz="758952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4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8952" rtl="0" eaLnBrk="1" latinLnBrk="0" hangingPunct="1">
        <a:defRPr sz="1494" kern="1200">
          <a:solidFill>
            <a:schemeClr val="tx1"/>
          </a:solidFill>
          <a:latin typeface="+mn-lt"/>
          <a:ea typeface="+mn-ea"/>
          <a:cs typeface="+mn-cs"/>
        </a:defRPr>
      </a:lvl1pPr>
      <a:lvl2pPr marL="379476" algn="l" defTabSz="758952" rtl="0" eaLnBrk="1" latinLnBrk="0" hangingPunct="1">
        <a:defRPr sz="1494" kern="1200">
          <a:solidFill>
            <a:schemeClr val="tx1"/>
          </a:solidFill>
          <a:latin typeface="+mn-lt"/>
          <a:ea typeface="+mn-ea"/>
          <a:cs typeface="+mn-cs"/>
        </a:defRPr>
      </a:lvl2pPr>
      <a:lvl3pPr marL="758952" algn="l" defTabSz="758952" rtl="0" eaLnBrk="1" latinLnBrk="0" hangingPunct="1">
        <a:defRPr sz="1494" kern="1200">
          <a:solidFill>
            <a:schemeClr val="tx1"/>
          </a:solidFill>
          <a:latin typeface="+mn-lt"/>
          <a:ea typeface="+mn-ea"/>
          <a:cs typeface="+mn-cs"/>
        </a:defRPr>
      </a:lvl3pPr>
      <a:lvl4pPr marL="1138428" algn="l" defTabSz="758952" rtl="0" eaLnBrk="1" latinLnBrk="0" hangingPunct="1">
        <a:defRPr sz="1494" kern="1200">
          <a:solidFill>
            <a:schemeClr val="tx1"/>
          </a:solidFill>
          <a:latin typeface="+mn-lt"/>
          <a:ea typeface="+mn-ea"/>
          <a:cs typeface="+mn-cs"/>
        </a:defRPr>
      </a:lvl4pPr>
      <a:lvl5pPr marL="1517904" algn="l" defTabSz="758952" rtl="0" eaLnBrk="1" latinLnBrk="0" hangingPunct="1">
        <a:defRPr sz="1494" kern="1200">
          <a:solidFill>
            <a:schemeClr val="tx1"/>
          </a:solidFill>
          <a:latin typeface="+mn-lt"/>
          <a:ea typeface="+mn-ea"/>
          <a:cs typeface="+mn-cs"/>
        </a:defRPr>
      </a:lvl5pPr>
      <a:lvl6pPr marL="1897380" algn="l" defTabSz="758952" rtl="0" eaLnBrk="1" latinLnBrk="0" hangingPunct="1">
        <a:defRPr sz="1494" kern="1200">
          <a:solidFill>
            <a:schemeClr val="tx1"/>
          </a:solidFill>
          <a:latin typeface="+mn-lt"/>
          <a:ea typeface="+mn-ea"/>
          <a:cs typeface="+mn-cs"/>
        </a:defRPr>
      </a:lvl6pPr>
      <a:lvl7pPr marL="2276856" algn="l" defTabSz="758952" rtl="0" eaLnBrk="1" latinLnBrk="0" hangingPunct="1">
        <a:defRPr sz="1494" kern="1200">
          <a:solidFill>
            <a:schemeClr val="tx1"/>
          </a:solidFill>
          <a:latin typeface="+mn-lt"/>
          <a:ea typeface="+mn-ea"/>
          <a:cs typeface="+mn-cs"/>
        </a:defRPr>
      </a:lvl7pPr>
      <a:lvl8pPr marL="2656332" algn="l" defTabSz="758952" rtl="0" eaLnBrk="1" latinLnBrk="0" hangingPunct="1">
        <a:defRPr sz="1494" kern="1200">
          <a:solidFill>
            <a:schemeClr val="tx1"/>
          </a:solidFill>
          <a:latin typeface="+mn-lt"/>
          <a:ea typeface="+mn-ea"/>
          <a:cs typeface="+mn-cs"/>
        </a:defRPr>
      </a:lvl8pPr>
      <a:lvl9pPr marL="3035808" algn="l" defTabSz="758952" rtl="0" eaLnBrk="1" latinLnBrk="0" hangingPunct="1">
        <a:defRPr sz="14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arison of a graph&#10;&#10;AI-generated content may be incorrect.">
            <a:extLst>
              <a:ext uri="{FF2B5EF4-FFF2-40B4-BE49-F238E27FC236}">
                <a16:creationId xmlns:a16="http://schemas.microsoft.com/office/drawing/2014/main" id="{14A0328D-F321-3C82-D360-05FFF78040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87" y="50987"/>
            <a:ext cx="7265964" cy="3427830"/>
          </a:xfrm>
          <a:prstGeom prst="rect">
            <a:avLst/>
          </a:prstGeom>
        </p:spPr>
      </p:pic>
      <p:pic>
        <p:nvPicPr>
          <p:cNvPr id="7" name="Picture 6" descr="A collection of different colored shapes&#10;&#10;AI-generated content may be incorrect.">
            <a:extLst>
              <a:ext uri="{FF2B5EF4-FFF2-40B4-BE49-F238E27FC236}">
                <a16:creationId xmlns:a16="http://schemas.microsoft.com/office/drawing/2014/main" id="{24D2EB46-AF19-34DD-9981-43602DB0CD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13" y="3711203"/>
            <a:ext cx="6881860" cy="3087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018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Homayun Afrabandpey</dc:creator>
  <cp:lastModifiedBy>Homayun Afrabandpey</cp:lastModifiedBy>
  <cp:revision>1</cp:revision>
  <dcterms:created xsi:type="dcterms:W3CDTF">2025-07-14T10:04:10Z</dcterms:created>
  <dcterms:modified xsi:type="dcterms:W3CDTF">2025-07-14T10:06:38Z</dcterms:modified>
</cp:coreProperties>
</file>