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1064875" cy="1051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39" d="100"/>
          <a:sy n="39" d="100"/>
        </p:scale>
        <p:origin x="1800" y="2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866" y="1720956"/>
            <a:ext cx="9405144" cy="3660987"/>
          </a:xfrm>
        </p:spPr>
        <p:txBody>
          <a:bodyPr anchor="b"/>
          <a:lstStyle>
            <a:lvl1pPr algn="ctr">
              <a:defRPr sz="726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3110" y="5523125"/>
            <a:ext cx="8298656" cy="2538835"/>
          </a:xfrm>
        </p:spPr>
        <p:txBody>
          <a:bodyPr/>
          <a:lstStyle>
            <a:lvl1pPr marL="0" indent="0" algn="ctr">
              <a:buNone/>
              <a:defRPr sz="2904"/>
            </a:lvl1pPr>
            <a:lvl2pPr marL="553258" indent="0" algn="ctr">
              <a:buNone/>
              <a:defRPr sz="2420"/>
            </a:lvl2pPr>
            <a:lvl3pPr marL="1106515" indent="0" algn="ctr">
              <a:buNone/>
              <a:defRPr sz="2178"/>
            </a:lvl3pPr>
            <a:lvl4pPr marL="1659773" indent="0" algn="ctr">
              <a:buNone/>
              <a:defRPr sz="1936"/>
            </a:lvl4pPr>
            <a:lvl5pPr marL="2213031" indent="0" algn="ctr">
              <a:buNone/>
              <a:defRPr sz="1936"/>
            </a:lvl5pPr>
            <a:lvl6pPr marL="2766289" indent="0" algn="ctr">
              <a:buNone/>
              <a:defRPr sz="1936"/>
            </a:lvl6pPr>
            <a:lvl7pPr marL="3319546" indent="0" algn="ctr">
              <a:buNone/>
              <a:defRPr sz="1936"/>
            </a:lvl7pPr>
            <a:lvl8pPr marL="3872804" indent="0" algn="ctr">
              <a:buNone/>
              <a:defRPr sz="1936"/>
            </a:lvl8pPr>
            <a:lvl9pPr marL="4426062" indent="0" algn="ctr">
              <a:buNone/>
              <a:defRPr sz="193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949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4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948" y="2621600"/>
            <a:ext cx="9543455" cy="4374197"/>
          </a:xfrm>
        </p:spPr>
        <p:txBody>
          <a:bodyPr anchor="b"/>
          <a:lstStyle>
            <a:lvl1pPr>
              <a:defRPr sz="726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948" y="7037179"/>
            <a:ext cx="9543455" cy="2300287"/>
          </a:xfrm>
        </p:spPr>
        <p:txBody>
          <a:bodyPr/>
          <a:lstStyle>
            <a:lvl1pPr marL="0" indent="0">
              <a:buNone/>
              <a:defRPr sz="2904">
                <a:solidFill>
                  <a:schemeClr val="tx1">
                    <a:tint val="82000"/>
                  </a:schemeClr>
                </a:solidFill>
              </a:defRPr>
            </a:lvl1pPr>
            <a:lvl2pPr marL="553258" indent="0">
              <a:buNone/>
              <a:defRPr sz="2420">
                <a:solidFill>
                  <a:schemeClr val="tx1">
                    <a:tint val="82000"/>
                  </a:schemeClr>
                </a:solidFill>
              </a:defRPr>
            </a:lvl2pPr>
            <a:lvl3pPr marL="1106515" indent="0">
              <a:buNone/>
              <a:defRPr sz="2178">
                <a:solidFill>
                  <a:schemeClr val="tx1">
                    <a:tint val="82000"/>
                  </a:schemeClr>
                </a:solidFill>
              </a:defRPr>
            </a:lvl3pPr>
            <a:lvl4pPr marL="1659773" indent="0">
              <a:buNone/>
              <a:defRPr sz="1936">
                <a:solidFill>
                  <a:schemeClr val="tx1">
                    <a:tint val="82000"/>
                  </a:schemeClr>
                </a:solidFill>
              </a:defRPr>
            </a:lvl4pPr>
            <a:lvl5pPr marL="2213031" indent="0">
              <a:buNone/>
              <a:defRPr sz="1936">
                <a:solidFill>
                  <a:schemeClr val="tx1">
                    <a:tint val="82000"/>
                  </a:schemeClr>
                </a:solidFill>
              </a:defRPr>
            </a:lvl5pPr>
            <a:lvl6pPr marL="2766289" indent="0">
              <a:buNone/>
              <a:defRPr sz="1936">
                <a:solidFill>
                  <a:schemeClr val="tx1">
                    <a:tint val="82000"/>
                  </a:schemeClr>
                </a:solidFill>
              </a:defRPr>
            </a:lvl6pPr>
            <a:lvl7pPr marL="3319546" indent="0">
              <a:buNone/>
              <a:defRPr sz="1936">
                <a:solidFill>
                  <a:schemeClr val="tx1">
                    <a:tint val="82000"/>
                  </a:schemeClr>
                </a:solidFill>
              </a:defRPr>
            </a:lvl7pPr>
            <a:lvl8pPr marL="3872804" indent="0">
              <a:buNone/>
              <a:defRPr sz="1936">
                <a:solidFill>
                  <a:schemeClr val="tx1">
                    <a:tint val="82000"/>
                  </a:schemeClr>
                </a:solidFill>
              </a:defRPr>
            </a:lvl8pPr>
            <a:lvl9pPr marL="4426062" indent="0">
              <a:buNone/>
              <a:defRPr sz="19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85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0710" y="2799291"/>
            <a:ext cx="4702572" cy="66720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01593" y="2799291"/>
            <a:ext cx="4702572" cy="66720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162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151" y="559861"/>
            <a:ext cx="9543455" cy="203253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153" y="2577783"/>
            <a:ext cx="4680960" cy="1263332"/>
          </a:xfrm>
        </p:spPr>
        <p:txBody>
          <a:bodyPr anchor="b"/>
          <a:lstStyle>
            <a:lvl1pPr marL="0" indent="0">
              <a:buNone/>
              <a:defRPr sz="2904" b="1"/>
            </a:lvl1pPr>
            <a:lvl2pPr marL="553258" indent="0">
              <a:buNone/>
              <a:defRPr sz="2420" b="1"/>
            </a:lvl2pPr>
            <a:lvl3pPr marL="1106515" indent="0">
              <a:buNone/>
              <a:defRPr sz="2178" b="1"/>
            </a:lvl3pPr>
            <a:lvl4pPr marL="1659773" indent="0">
              <a:buNone/>
              <a:defRPr sz="1936" b="1"/>
            </a:lvl4pPr>
            <a:lvl5pPr marL="2213031" indent="0">
              <a:buNone/>
              <a:defRPr sz="1936" b="1"/>
            </a:lvl5pPr>
            <a:lvl6pPr marL="2766289" indent="0">
              <a:buNone/>
              <a:defRPr sz="1936" b="1"/>
            </a:lvl6pPr>
            <a:lvl7pPr marL="3319546" indent="0">
              <a:buNone/>
              <a:defRPr sz="1936" b="1"/>
            </a:lvl7pPr>
            <a:lvl8pPr marL="3872804" indent="0">
              <a:buNone/>
              <a:defRPr sz="1936" b="1"/>
            </a:lvl8pPr>
            <a:lvl9pPr marL="4426062" indent="0">
              <a:buNone/>
              <a:defRPr sz="19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153" y="3841115"/>
            <a:ext cx="4680960" cy="56497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01594" y="2577783"/>
            <a:ext cx="4704013" cy="1263332"/>
          </a:xfrm>
        </p:spPr>
        <p:txBody>
          <a:bodyPr anchor="b"/>
          <a:lstStyle>
            <a:lvl1pPr marL="0" indent="0">
              <a:buNone/>
              <a:defRPr sz="2904" b="1"/>
            </a:lvl1pPr>
            <a:lvl2pPr marL="553258" indent="0">
              <a:buNone/>
              <a:defRPr sz="2420" b="1"/>
            </a:lvl2pPr>
            <a:lvl3pPr marL="1106515" indent="0">
              <a:buNone/>
              <a:defRPr sz="2178" b="1"/>
            </a:lvl3pPr>
            <a:lvl4pPr marL="1659773" indent="0">
              <a:buNone/>
              <a:defRPr sz="1936" b="1"/>
            </a:lvl4pPr>
            <a:lvl5pPr marL="2213031" indent="0">
              <a:buNone/>
              <a:defRPr sz="1936" b="1"/>
            </a:lvl5pPr>
            <a:lvl6pPr marL="2766289" indent="0">
              <a:buNone/>
              <a:defRPr sz="1936" b="1"/>
            </a:lvl6pPr>
            <a:lvl7pPr marL="3319546" indent="0">
              <a:buNone/>
              <a:defRPr sz="1936" b="1"/>
            </a:lvl7pPr>
            <a:lvl8pPr marL="3872804" indent="0">
              <a:buNone/>
              <a:defRPr sz="1936" b="1"/>
            </a:lvl8pPr>
            <a:lvl9pPr marL="4426062" indent="0">
              <a:buNone/>
              <a:defRPr sz="19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01594" y="3841115"/>
            <a:ext cx="4704013" cy="56497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913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132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832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151" y="701040"/>
            <a:ext cx="3568710" cy="2453640"/>
          </a:xfrm>
        </p:spPr>
        <p:txBody>
          <a:bodyPr anchor="b"/>
          <a:lstStyle>
            <a:lvl1pPr>
              <a:defRPr sz="387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4013" y="1514054"/>
            <a:ext cx="5601593" cy="7472892"/>
          </a:xfrm>
        </p:spPr>
        <p:txBody>
          <a:bodyPr/>
          <a:lstStyle>
            <a:lvl1pPr>
              <a:defRPr sz="3872"/>
            </a:lvl1pPr>
            <a:lvl2pPr>
              <a:defRPr sz="3388"/>
            </a:lvl2pPr>
            <a:lvl3pPr>
              <a:defRPr sz="2904"/>
            </a:lvl3pPr>
            <a:lvl4pPr>
              <a:defRPr sz="2420"/>
            </a:lvl4pPr>
            <a:lvl5pPr>
              <a:defRPr sz="2420"/>
            </a:lvl5pPr>
            <a:lvl6pPr>
              <a:defRPr sz="2420"/>
            </a:lvl6pPr>
            <a:lvl7pPr>
              <a:defRPr sz="2420"/>
            </a:lvl7pPr>
            <a:lvl8pPr>
              <a:defRPr sz="2420"/>
            </a:lvl8pPr>
            <a:lvl9pPr>
              <a:defRPr sz="242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151" y="3154680"/>
            <a:ext cx="3568710" cy="5844435"/>
          </a:xfrm>
        </p:spPr>
        <p:txBody>
          <a:bodyPr/>
          <a:lstStyle>
            <a:lvl1pPr marL="0" indent="0">
              <a:buNone/>
              <a:defRPr sz="1936"/>
            </a:lvl1pPr>
            <a:lvl2pPr marL="553258" indent="0">
              <a:buNone/>
              <a:defRPr sz="1694"/>
            </a:lvl2pPr>
            <a:lvl3pPr marL="1106515" indent="0">
              <a:buNone/>
              <a:defRPr sz="1452"/>
            </a:lvl3pPr>
            <a:lvl4pPr marL="1659773" indent="0">
              <a:buNone/>
              <a:defRPr sz="1210"/>
            </a:lvl4pPr>
            <a:lvl5pPr marL="2213031" indent="0">
              <a:buNone/>
              <a:defRPr sz="1210"/>
            </a:lvl5pPr>
            <a:lvl6pPr marL="2766289" indent="0">
              <a:buNone/>
              <a:defRPr sz="1210"/>
            </a:lvl6pPr>
            <a:lvl7pPr marL="3319546" indent="0">
              <a:buNone/>
              <a:defRPr sz="1210"/>
            </a:lvl7pPr>
            <a:lvl8pPr marL="3872804" indent="0">
              <a:buNone/>
              <a:defRPr sz="1210"/>
            </a:lvl8pPr>
            <a:lvl9pPr marL="4426062" indent="0">
              <a:buNone/>
              <a:defRPr sz="121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178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151" y="701040"/>
            <a:ext cx="3568710" cy="2453640"/>
          </a:xfrm>
        </p:spPr>
        <p:txBody>
          <a:bodyPr anchor="b"/>
          <a:lstStyle>
            <a:lvl1pPr>
              <a:defRPr sz="387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04013" y="1514054"/>
            <a:ext cx="5601593" cy="7472892"/>
          </a:xfrm>
        </p:spPr>
        <p:txBody>
          <a:bodyPr anchor="t"/>
          <a:lstStyle>
            <a:lvl1pPr marL="0" indent="0">
              <a:buNone/>
              <a:defRPr sz="3872"/>
            </a:lvl1pPr>
            <a:lvl2pPr marL="553258" indent="0">
              <a:buNone/>
              <a:defRPr sz="3388"/>
            </a:lvl2pPr>
            <a:lvl3pPr marL="1106515" indent="0">
              <a:buNone/>
              <a:defRPr sz="2904"/>
            </a:lvl3pPr>
            <a:lvl4pPr marL="1659773" indent="0">
              <a:buNone/>
              <a:defRPr sz="2420"/>
            </a:lvl4pPr>
            <a:lvl5pPr marL="2213031" indent="0">
              <a:buNone/>
              <a:defRPr sz="2420"/>
            </a:lvl5pPr>
            <a:lvl6pPr marL="2766289" indent="0">
              <a:buNone/>
              <a:defRPr sz="2420"/>
            </a:lvl6pPr>
            <a:lvl7pPr marL="3319546" indent="0">
              <a:buNone/>
              <a:defRPr sz="2420"/>
            </a:lvl7pPr>
            <a:lvl8pPr marL="3872804" indent="0">
              <a:buNone/>
              <a:defRPr sz="2420"/>
            </a:lvl8pPr>
            <a:lvl9pPr marL="4426062" indent="0">
              <a:buNone/>
              <a:defRPr sz="242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151" y="3154680"/>
            <a:ext cx="3568710" cy="5844435"/>
          </a:xfrm>
        </p:spPr>
        <p:txBody>
          <a:bodyPr/>
          <a:lstStyle>
            <a:lvl1pPr marL="0" indent="0">
              <a:buNone/>
              <a:defRPr sz="1936"/>
            </a:lvl1pPr>
            <a:lvl2pPr marL="553258" indent="0">
              <a:buNone/>
              <a:defRPr sz="1694"/>
            </a:lvl2pPr>
            <a:lvl3pPr marL="1106515" indent="0">
              <a:buNone/>
              <a:defRPr sz="1452"/>
            </a:lvl3pPr>
            <a:lvl4pPr marL="1659773" indent="0">
              <a:buNone/>
              <a:defRPr sz="1210"/>
            </a:lvl4pPr>
            <a:lvl5pPr marL="2213031" indent="0">
              <a:buNone/>
              <a:defRPr sz="1210"/>
            </a:lvl5pPr>
            <a:lvl6pPr marL="2766289" indent="0">
              <a:buNone/>
              <a:defRPr sz="1210"/>
            </a:lvl6pPr>
            <a:lvl7pPr marL="3319546" indent="0">
              <a:buNone/>
              <a:defRPr sz="1210"/>
            </a:lvl7pPr>
            <a:lvl8pPr marL="3872804" indent="0">
              <a:buNone/>
              <a:defRPr sz="1210"/>
            </a:lvl8pPr>
            <a:lvl9pPr marL="4426062" indent="0">
              <a:buNone/>
              <a:defRPr sz="121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786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367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18302" y="559858"/>
            <a:ext cx="2385864" cy="89114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0711" y="559858"/>
            <a:ext cx="7019280" cy="89114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274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0710" y="559861"/>
            <a:ext cx="9543455" cy="2032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710" y="2799291"/>
            <a:ext cx="9543455" cy="6672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710" y="9746406"/>
            <a:ext cx="2489597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A2F8D-CE32-4A06-880F-8A7ADB0B65CD}" type="datetimeFigureOut">
              <a:rPr lang="LID4096" smtClean="0"/>
              <a:t>07/14/2025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5240" y="9746406"/>
            <a:ext cx="3734395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4568" y="9746406"/>
            <a:ext cx="2489597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DECA4-1289-46D2-846B-A45FD71833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69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106515" rtl="0" eaLnBrk="1" latinLnBrk="0" hangingPunct="1">
        <a:lnSpc>
          <a:spcPct val="90000"/>
        </a:lnSpc>
        <a:spcBef>
          <a:spcPct val="0"/>
        </a:spcBef>
        <a:buNone/>
        <a:defRPr sz="53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629" indent="-276629" algn="l" defTabSz="1106515" rtl="0" eaLnBrk="1" latinLnBrk="0" hangingPunct="1">
        <a:lnSpc>
          <a:spcPct val="90000"/>
        </a:lnSpc>
        <a:spcBef>
          <a:spcPts val="1210"/>
        </a:spcBef>
        <a:buFont typeface="Arial" panose="020B0604020202020204" pitchFamily="34" charset="0"/>
        <a:buChar char="•"/>
        <a:defRPr sz="3388" kern="1200">
          <a:solidFill>
            <a:schemeClr val="tx1"/>
          </a:solidFill>
          <a:latin typeface="+mn-lt"/>
          <a:ea typeface="+mn-ea"/>
          <a:cs typeface="+mn-cs"/>
        </a:defRPr>
      </a:lvl1pPr>
      <a:lvl2pPr marL="829887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904" kern="1200">
          <a:solidFill>
            <a:schemeClr val="tx1"/>
          </a:solidFill>
          <a:latin typeface="+mn-lt"/>
          <a:ea typeface="+mn-ea"/>
          <a:cs typeface="+mn-cs"/>
        </a:defRPr>
      </a:lvl2pPr>
      <a:lvl3pPr marL="1383144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420" kern="1200">
          <a:solidFill>
            <a:schemeClr val="tx1"/>
          </a:solidFill>
          <a:latin typeface="+mn-lt"/>
          <a:ea typeface="+mn-ea"/>
          <a:cs typeface="+mn-cs"/>
        </a:defRPr>
      </a:lvl3pPr>
      <a:lvl4pPr marL="1936402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4pPr>
      <a:lvl5pPr marL="2489660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5pPr>
      <a:lvl6pPr marL="3042917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6pPr>
      <a:lvl7pPr marL="3596175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7pPr>
      <a:lvl8pPr marL="4149433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8pPr>
      <a:lvl9pPr marL="4702691" indent="-276629" algn="l" defTabSz="1106515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1pPr>
      <a:lvl2pPr marL="553258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2pPr>
      <a:lvl3pPr marL="1106515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3pPr>
      <a:lvl4pPr marL="1659773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4pPr>
      <a:lvl5pPr marL="2213031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5pPr>
      <a:lvl6pPr marL="2766289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6pPr>
      <a:lvl7pPr marL="3319546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7pPr>
      <a:lvl8pPr marL="3872804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8pPr>
      <a:lvl9pPr marL="4426062" algn="l" defTabSz="1106515" rtl="0" eaLnBrk="1" latinLnBrk="0" hangingPunct="1">
        <a:defRPr sz="21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lane&#10;&#10;AI-generated content may be incorrect.">
            <a:extLst>
              <a:ext uri="{FF2B5EF4-FFF2-40B4-BE49-F238E27FC236}">
                <a16:creationId xmlns:a16="http://schemas.microsoft.com/office/drawing/2014/main" id="{E0E38330-9497-0463-6284-0F5E0999C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32" y="185071"/>
            <a:ext cx="5029200" cy="4306347"/>
          </a:xfrm>
          <a:prstGeom prst="rect">
            <a:avLst/>
          </a:prstGeom>
        </p:spPr>
      </p:pic>
      <p:pic>
        <p:nvPicPr>
          <p:cNvPr id="8" name="Picture 7" descr="A diagram of a plane plot&#10;&#10;AI-generated content may be incorrect.">
            <a:extLst>
              <a:ext uri="{FF2B5EF4-FFF2-40B4-BE49-F238E27FC236}">
                <a16:creationId xmlns:a16="http://schemas.microsoft.com/office/drawing/2014/main" id="{7E2F9EE6-4359-B9C6-1EFE-CA2E9BFED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028" y="67959"/>
            <a:ext cx="5029200" cy="4401520"/>
          </a:xfrm>
          <a:prstGeom prst="rect">
            <a:avLst/>
          </a:prstGeom>
        </p:spPr>
      </p:pic>
      <p:pic>
        <p:nvPicPr>
          <p:cNvPr id="10" name="Picture 9" descr="A black screen with arrows pointing to the left&#10;&#10;AI-generated content may be incorrect.">
            <a:extLst>
              <a:ext uri="{FF2B5EF4-FFF2-40B4-BE49-F238E27FC236}">
                <a16:creationId xmlns:a16="http://schemas.microsoft.com/office/drawing/2014/main" id="{D65F1282-A806-9E77-49EE-5F493391F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18" y="5272585"/>
            <a:ext cx="5029200" cy="4663514"/>
          </a:xfrm>
          <a:prstGeom prst="rect">
            <a:avLst/>
          </a:prstGeom>
        </p:spPr>
      </p:pic>
      <p:pic>
        <p:nvPicPr>
          <p:cNvPr id="12" name="Picture 11" descr="A close-up of a fan&#10;&#10;AI-generated content may be incorrect.">
            <a:extLst>
              <a:ext uri="{FF2B5EF4-FFF2-40B4-BE49-F238E27FC236}">
                <a16:creationId xmlns:a16="http://schemas.microsoft.com/office/drawing/2014/main" id="{AE4A03E2-2206-37F7-476F-991766EA1B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02" y="5302873"/>
            <a:ext cx="5029200" cy="46332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F9689E-12C6-8CEE-0AE3-F8E86CC6734B}"/>
              </a:ext>
            </a:extLst>
          </p:cNvPr>
          <p:cNvSpPr txBox="1"/>
          <p:nvPr/>
        </p:nvSpPr>
        <p:spPr>
          <a:xfrm>
            <a:off x="944040" y="4469479"/>
            <a:ext cx="366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SVM</a:t>
            </a:r>
            <a:endParaRPr lang="LID4096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23A79-565D-30F8-AFD7-FF2D5DEE8218}"/>
              </a:ext>
            </a:extLst>
          </p:cNvPr>
          <p:cNvSpPr txBox="1"/>
          <p:nvPr/>
        </p:nvSpPr>
        <p:spPr>
          <a:xfrm>
            <a:off x="6405744" y="4469478"/>
            <a:ext cx="366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T-SVM</a:t>
            </a:r>
            <a:endParaRPr lang="LID4096" sz="3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0B7A61-A775-E06F-FAD8-6024F7996BCE}"/>
              </a:ext>
            </a:extLst>
          </p:cNvPr>
          <p:cNvSpPr txBox="1"/>
          <p:nvPr/>
        </p:nvSpPr>
        <p:spPr>
          <a:xfrm>
            <a:off x="944040" y="9869270"/>
            <a:ext cx="366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LST-SVM</a:t>
            </a:r>
            <a:endParaRPr lang="LID4096" sz="3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E7EF39-A641-CC4D-DAE4-083F03C43EEC}"/>
              </a:ext>
            </a:extLst>
          </p:cNvPr>
          <p:cNvSpPr txBox="1"/>
          <p:nvPr/>
        </p:nvSpPr>
        <p:spPr>
          <a:xfrm>
            <a:off x="6405744" y="9801311"/>
            <a:ext cx="366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FLST-SVM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1759979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4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Homayun Afrabandpey</dc:creator>
  <cp:lastModifiedBy>Homayun Afrabandpey</cp:lastModifiedBy>
  <cp:revision>1</cp:revision>
  <dcterms:created xsi:type="dcterms:W3CDTF">2025-07-14T09:38:30Z</dcterms:created>
  <dcterms:modified xsi:type="dcterms:W3CDTF">2025-07-14T10:04:01Z</dcterms:modified>
</cp:coreProperties>
</file>