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0515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8" d="100"/>
          <a:sy n="58" d="100"/>
        </p:scale>
        <p:origin x="1290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197187"/>
            <a:ext cx="893826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3842174"/>
            <a:ext cx="78867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234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865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471" y="1823722"/>
            <a:ext cx="9069705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471" y="4895429"/>
            <a:ext cx="9069705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558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948" y="1947333"/>
            <a:ext cx="4469130" cy="46414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3523" y="1947333"/>
            <a:ext cx="4469130" cy="46414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472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389468"/>
            <a:ext cx="9069705" cy="14139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318" y="1793241"/>
            <a:ext cx="4448591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318" y="2672080"/>
            <a:ext cx="4448591" cy="39302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23523" y="1793241"/>
            <a:ext cx="4470500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23523" y="2672080"/>
            <a:ext cx="4470500" cy="39302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496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824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5641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487680"/>
            <a:ext cx="3391555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99" y="1053255"/>
            <a:ext cx="5323523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194560"/>
            <a:ext cx="3391555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8575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487680"/>
            <a:ext cx="3391555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0499" y="1053255"/>
            <a:ext cx="5323523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194560"/>
            <a:ext cx="3391555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691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054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5227" y="389467"/>
            <a:ext cx="2267426" cy="619929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948" y="389467"/>
            <a:ext cx="6670834" cy="619929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95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2948" y="389468"/>
            <a:ext cx="906970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1947333"/>
            <a:ext cx="906970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948" y="6780108"/>
            <a:ext cx="23660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5BF65E-A7F0-4AC7-B202-BF3624D89E8F}" type="datetimeFigureOut">
              <a:rPr lang="LID4096" smtClean="0"/>
              <a:t>07/25/2025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3293" y="6780108"/>
            <a:ext cx="354901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6643" y="6780108"/>
            <a:ext cx="23660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EC777-CAC0-4840-B19B-98E5386583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966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.pinterest.com/pin/download-illustration-of-human-icon-vector-user-symbol-icon-modern-design-on-blank-background-for-free--637118678557123090/" TargetMode="External"/><Relationship Id="rId7" Type="http://schemas.openxmlformats.org/officeDocument/2006/relationships/hyperlink" Target="https://www.freepik.com/icon/deep-learning_863710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www.pngplay.com/image/133815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B4204281-87F4-AD33-65A3-41DF925D2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4687" y="94201"/>
            <a:ext cx="1862787" cy="1862787"/>
          </a:xfrm>
          <a:prstGeom prst="rect">
            <a:avLst/>
          </a:prstGeom>
        </p:spPr>
      </p:pic>
      <p:pic>
        <p:nvPicPr>
          <p:cNvPr id="7" name="Picture 6" descr="A blue and white cylinder&#10;&#10;AI-generated content may be incorrect.">
            <a:extLst>
              <a:ext uri="{FF2B5EF4-FFF2-40B4-BE49-F238E27FC236}">
                <a16:creationId xmlns:a16="http://schemas.microsoft.com/office/drawing/2014/main" id="{8E4DB1A3-30B8-5903-2C76-D65795D7D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11477" y="2612964"/>
            <a:ext cx="2061074" cy="2061074"/>
          </a:xfrm>
          <a:prstGeom prst="rect">
            <a:avLst/>
          </a:prstGeom>
        </p:spPr>
      </p:pic>
      <p:pic>
        <p:nvPicPr>
          <p:cNvPr id="8" name="Picture 7" descr="A blue and white cylinder&#10;&#10;AI-generated content may be incorrect.">
            <a:extLst>
              <a:ext uri="{FF2B5EF4-FFF2-40B4-BE49-F238E27FC236}">
                <a16:creationId xmlns:a16="http://schemas.microsoft.com/office/drawing/2014/main" id="{D5164CBD-B672-2251-EBBF-2D3808F81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59608" y="2612964"/>
            <a:ext cx="2061074" cy="2061074"/>
          </a:xfrm>
          <a:prstGeom prst="rect">
            <a:avLst/>
          </a:prstGeom>
        </p:spPr>
      </p:pic>
      <p:pic>
        <p:nvPicPr>
          <p:cNvPr id="12" name="Picture 11" descr="A black background with many colorful dots&#10;&#10;AI-generated content may be incorrect.">
            <a:extLst>
              <a:ext uri="{FF2B5EF4-FFF2-40B4-BE49-F238E27FC236}">
                <a16:creationId xmlns:a16="http://schemas.microsoft.com/office/drawing/2014/main" id="{78ECB9E9-E05F-D677-816A-ABC7F3E6E1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rot="5400000">
            <a:off x="4235543" y="5094026"/>
            <a:ext cx="2061074" cy="20610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EF8D64-9E72-BEE8-BE51-F6B5094A2479}"/>
              </a:ext>
            </a:extLst>
          </p:cNvPr>
          <p:cNvSpPr txBox="1"/>
          <p:nvPr/>
        </p:nvSpPr>
        <p:spPr>
          <a:xfrm>
            <a:off x="8070038" y="2173102"/>
            <a:ext cx="2563773" cy="50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17" dirty="0"/>
              <a:t>Annotated Data</a:t>
            </a:r>
            <a:endParaRPr lang="LID4096" sz="261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68E6E-8ECA-A8EA-E821-FD48BB99502A}"/>
              </a:ext>
            </a:extLst>
          </p:cNvPr>
          <p:cNvSpPr txBox="1"/>
          <p:nvPr/>
        </p:nvSpPr>
        <p:spPr>
          <a:xfrm>
            <a:off x="-91742" y="2210261"/>
            <a:ext cx="2563773" cy="50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17" dirty="0"/>
              <a:t>Unlabelled Data</a:t>
            </a:r>
            <a:endParaRPr lang="LID4096" sz="2617" dirty="0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FC5B9317-43B6-20F5-1F85-A0F05ACBCEE2}"/>
              </a:ext>
            </a:extLst>
          </p:cNvPr>
          <p:cNvCxnSpPr>
            <a:stCxn id="5" idx="3"/>
            <a:endCxn id="13" idx="0"/>
          </p:cNvCxnSpPr>
          <p:nvPr/>
        </p:nvCxnSpPr>
        <p:spPr>
          <a:xfrm>
            <a:off x="6197473" y="1025595"/>
            <a:ext cx="3154451" cy="1147508"/>
          </a:xfrm>
          <a:prstGeom prst="curvedConnector2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63C93D4-A492-7BB8-DC74-0B6D673AE329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5400000">
            <a:off x="7094055" y="3876600"/>
            <a:ext cx="1450525" cy="3045397"/>
          </a:xfrm>
          <a:prstGeom prst="curvedConnector2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8DFD695A-2BA4-1488-5409-CAC8B3BDBD46}"/>
              </a:ext>
            </a:extLst>
          </p:cNvPr>
          <p:cNvCxnSpPr>
            <a:stCxn id="14" idx="0"/>
            <a:endCxn id="5" idx="1"/>
          </p:cNvCxnSpPr>
          <p:nvPr/>
        </p:nvCxnSpPr>
        <p:spPr>
          <a:xfrm rot="5400000" flipH="1" flipV="1">
            <a:off x="2170083" y="45658"/>
            <a:ext cx="1184666" cy="3144542"/>
          </a:xfrm>
          <a:prstGeom prst="curvedConnector2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6A130082-43FD-ECCE-7DF3-9A35AB784292}"/>
              </a:ext>
            </a:extLst>
          </p:cNvPr>
          <p:cNvCxnSpPr>
            <a:cxnSpLocks/>
            <a:stCxn id="12" idx="2"/>
            <a:endCxn id="8" idx="2"/>
          </p:cNvCxnSpPr>
          <p:nvPr/>
        </p:nvCxnSpPr>
        <p:spPr>
          <a:xfrm rot="10800000">
            <a:off x="1190144" y="4674044"/>
            <a:ext cx="3045397" cy="1450525"/>
          </a:xfrm>
          <a:prstGeom prst="curvedConnector2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204FEBD-9B29-DB34-7CCA-1D4D51E18943}"/>
              </a:ext>
            </a:extLst>
          </p:cNvPr>
          <p:cNvSpPr txBox="1"/>
          <p:nvPr/>
        </p:nvSpPr>
        <p:spPr>
          <a:xfrm rot="20394246">
            <a:off x="904205" y="894998"/>
            <a:ext cx="2563773" cy="503819"/>
          </a:xfrm>
          <a:prstGeom prst="rect">
            <a:avLst/>
          </a:prstGeom>
          <a:noFill/>
        </p:spPr>
        <p:txBody>
          <a:bodyPr wrap="square" lIns="99702" rtlCol="0">
            <a:spAutoFit/>
          </a:bodyPr>
          <a:lstStyle/>
          <a:p>
            <a:pPr algn="ctr"/>
            <a:r>
              <a:rPr lang="en-GB" sz="2617" dirty="0"/>
              <a:t>Query Selection</a:t>
            </a:r>
            <a:endParaRPr lang="LID4096" sz="2617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A5AE2-3B89-00E6-C4E4-F6D9CDED7D47}"/>
              </a:ext>
            </a:extLst>
          </p:cNvPr>
          <p:cNvSpPr txBox="1"/>
          <p:nvPr/>
        </p:nvSpPr>
        <p:spPr>
          <a:xfrm rot="843402">
            <a:off x="6788150" y="773685"/>
            <a:ext cx="2563773" cy="503819"/>
          </a:xfrm>
          <a:prstGeom prst="rect">
            <a:avLst/>
          </a:prstGeom>
          <a:noFill/>
        </p:spPr>
        <p:txBody>
          <a:bodyPr wrap="square" lIns="99702" rtlCol="0">
            <a:spAutoFit/>
          </a:bodyPr>
          <a:lstStyle/>
          <a:p>
            <a:pPr algn="ctr"/>
            <a:r>
              <a:rPr lang="en-GB" sz="2617" dirty="0"/>
              <a:t>Label</a:t>
            </a:r>
            <a:endParaRPr lang="LID4096" sz="261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78E352-2703-5404-B17A-764D2B4B7F9A}"/>
              </a:ext>
            </a:extLst>
          </p:cNvPr>
          <p:cNvSpPr txBox="1"/>
          <p:nvPr/>
        </p:nvSpPr>
        <p:spPr>
          <a:xfrm rot="20236073">
            <a:off x="7075804" y="5692198"/>
            <a:ext cx="2563773" cy="503819"/>
          </a:xfrm>
          <a:prstGeom prst="rect">
            <a:avLst/>
          </a:prstGeom>
          <a:noFill/>
        </p:spPr>
        <p:txBody>
          <a:bodyPr wrap="square" lIns="99702" rtlCol="0">
            <a:spAutoFit/>
            <a:scene3d>
              <a:camera prst="orthographicFront"/>
              <a:lightRig rig="threePt" dir="t">
                <a:rot lat="0" lon="0" rev="0"/>
              </a:lightRig>
            </a:scene3d>
          </a:bodyPr>
          <a:lstStyle/>
          <a:p>
            <a:pPr algn="ctr"/>
            <a:r>
              <a:rPr lang="en-GB" sz="2617" dirty="0">
                <a:effectLst>
                  <a:outerShdw sx="1000" sy="1000" algn="ctr" rotWithShape="0">
                    <a:srgbClr val="000000"/>
                  </a:outerShdw>
                </a:effectLst>
              </a:rPr>
              <a:t>Model Training</a:t>
            </a:r>
            <a:endParaRPr lang="LID4096" sz="2617" dirty="0">
              <a:effectLst>
                <a:outerShdw sx="1000" sy="1000" algn="ctr" rotWithShape="0">
                  <a:srgbClr val="000000"/>
                </a:outerShdw>
              </a:effectLs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620FDA-D2E2-7F91-C59F-26CDBD4E5E56}"/>
              </a:ext>
            </a:extLst>
          </p:cNvPr>
          <p:cNvSpPr txBox="1"/>
          <p:nvPr/>
        </p:nvSpPr>
        <p:spPr>
          <a:xfrm rot="1375207">
            <a:off x="892583" y="5695753"/>
            <a:ext cx="2563773" cy="503819"/>
          </a:xfrm>
          <a:prstGeom prst="rect">
            <a:avLst/>
          </a:prstGeom>
          <a:noFill/>
        </p:spPr>
        <p:txBody>
          <a:bodyPr wrap="square" lIns="99702" rtlCol="0">
            <a:spAutoFit/>
          </a:bodyPr>
          <a:lstStyle/>
          <a:p>
            <a:pPr algn="ctr"/>
            <a:r>
              <a:rPr lang="en-GB" sz="2617" dirty="0"/>
              <a:t>Model Inference</a:t>
            </a:r>
            <a:endParaRPr lang="LID4096" sz="2617" dirty="0"/>
          </a:p>
        </p:txBody>
      </p:sp>
    </p:spTree>
    <p:extLst>
      <p:ext uri="{BB962C8B-B14F-4D97-AF65-F5344CB8AC3E}">
        <p14:creationId xmlns:p14="http://schemas.microsoft.com/office/powerpoint/2010/main" val="3504703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11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Homayun Afrabandpey</dc:creator>
  <cp:lastModifiedBy>Homayun Afrabandpey</cp:lastModifiedBy>
  <cp:revision>1</cp:revision>
  <dcterms:created xsi:type="dcterms:W3CDTF">2025-07-25T12:05:46Z</dcterms:created>
  <dcterms:modified xsi:type="dcterms:W3CDTF">2025-07-25T14:02:04Z</dcterms:modified>
</cp:coreProperties>
</file>