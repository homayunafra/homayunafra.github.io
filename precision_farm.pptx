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7724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40" d="100"/>
          <a:sy n="40" d="100"/>
        </p:scale>
        <p:origin x="2238" y="-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2095078"/>
            <a:ext cx="6606540" cy="445685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6723804"/>
            <a:ext cx="5829300" cy="3090756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982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995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3191514"/>
            <a:ext cx="6703695" cy="5325109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8567000"/>
            <a:ext cx="6703695" cy="2800349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381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3407833"/>
            <a:ext cx="3303270" cy="81224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3407833"/>
            <a:ext cx="3303270" cy="81224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682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81570"/>
            <a:ext cx="6703695" cy="247438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3138171"/>
            <a:ext cx="3288089" cy="1537969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4676140"/>
            <a:ext cx="3288089" cy="687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3138171"/>
            <a:ext cx="3304282" cy="1537969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4676140"/>
            <a:ext cx="3304282" cy="687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796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181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948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853440"/>
            <a:ext cx="2506801" cy="29870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843196"/>
            <a:ext cx="3934778" cy="909743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840480"/>
            <a:ext cx="2506801" cy="7114964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692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853440"/>
            <a:ext cx="2506801" cy="298704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843196"/>
            <a:ext cx="3934778" cy="909743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840480"/>
            <a:ext cx="2506801" cy="7114964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913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904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681567"/>
            <a:ext cx="1675924" cy="108487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681567"/>
            <a:ext cx="4930616" cy="108487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365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681570"/>
            <a:ext cx="670369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3407833"/>
            <a:ext cx="670369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11865189"/>
            <a:ext cx="174879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6C285-4CCB-446B-8138-D93A9ED49A4F}" type="datetimeFigureOut">
              <a:rPr lang="LID4096" smtClean="0"/>
              <a:t>07/18/2024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11865189"/>
            <a:ext cx="262318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11865189"/>
            <a:ext cx="174879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C6DF1-AF61-41F9-8EBF-B37EB624769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844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0FBEB66-04F9-5514-EA9C-C4288DA6D10C}"/>
              </a:ext>
            </a:extLst>
          </p:cNvPr>
          <p:cNvSpPr/>
          <p:nvPr/>
        </p:nvSpPr>
        <p:spPr>
          <a:xfrm>
            <a:off x="96253" y="8698832"/>
            <a:ext cx="7567863" cy="4006497"/>
          </a:xfrm>
          <a:prstGeom prst="roundRect">
            <a:avLst/>
          </a:prstGeom>
          <a:solidFill>
            <a:schemeClr val="accent3">
              <a:lumMod val="20000"/>
              <a:lumOff val="80000"/>
              <a:alpha val="17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CD9A53-F58F-78FC-E8E2-2F66E82BA89E}"/>
              </a:ext>
            </a:extLst>
          </p:cNvPr>
          <p:cNvSpPr/>
          <p:nvPr/>
        </p:nvSpPr>
        <p:spPr>
          <a:xfrm>
            <a:off x="108284" y="4873989"/>
            <a:ext cx="7567863" cy="2799605"/>
          </a:xfrm>
          <a:prstGeom prst="roundRect">
            <a:avLst/>
          </a:prstGeom>
          <a:solidFill>
            <a:schemeClr val="accent2">
              <a:lumMod val="20000"/>
              <a:lumOff val="80000"/>
              <a:alpha val="17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A3555BF-E95B-5346-CA45-AA72FD81907D}"/>
              </a:ext>
            </a:extLst>
          </p:cNvPr>
          <p:cNvSpPr/>
          <p:nvPr/>
        </p:nvSpPr>
        <p:spPr>
          <a:xfrm>
            <a:off x="96252" y="93252"/>
            <a:ext cx="7567863" cy="3840743"/>
          </a:xfrm>
          <a:prstGeom prst="roundRect">
            <a:avLst/>
          </a:prstGeom>
          <a:solidFill>
            <a:schemeClr val="accent5">
              <a:lumMod val="20000"/>
              <a:lumOff val="80000"/>
              <a:alpha val="17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E0364B-435E-D60D-A0A5-205A3A72FF9C}"/>
              </a:ext>
            </a:extLst>
          </p:cNvPr>
          <p:cNvSpPr/>
          <p:nvPr/>
        </p:nvSpPr>
        <p:spPr>
          <a:xfrm>
            <a:off x="2903220" y="1555483"/>
            <a:ext cx="2011680" cy="2011680"/>
          </a:xfrm>
          <a:prstGeom prst="ellipse">
            <a:avLst/>
          </a:prstGeom>
          <a:noFill/>
          <a:ln w="317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Collection</a:t>
            </a:r>
            <a:endParaRPr lang="LID4096" sz="19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887447-311D-C266-DDF6-3ABA7364720F}"/>
              </a:ext>
            </a:extLst>
          </p:cNvPr>
          <p:cNvSpPr/>
          <p:nvPr/>
        </p:nvSpPr>
        <p:spPr>
          <a:xfrm>
            <a:off x="2903220" y="5250882"/>
            <a:ext cx="2011680" cy="2011680"/>
          </a:xfrm>
          <a:prstGeom prst="ellipse">
            <a:avLst/>
          </a:prstGeom>
          <a:noFill/>
          <a:ln w="317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 &amp; Decision Making</a:t>
            </a:r>
            <a:endParaRPr lang="LID4096" sz="19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28B01F-188F-ECAA-5377-2FABD1D7132A}"/>
              </a:ext>
            </a:extLst>
          </p:cNvPr>
          <p:cNvSpPr/>
          <p:nvPr/>
        </p:nvSpPr>
        <p:spPr>
          <a:xfrm>
            <a:off x="2903220" y="8937257"/>
            <a:ext cx="2011680" cy="2011680"/>
          </a:xfrm>
          <a:prstGeom prst="ellipse">
            <a:avLst/>
          </a:prstGeom>
          <a:noFill/>
          <a:ln w="317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Precision Agriculture</a:t>
            </a:r>
            <a:endParaRPr lang="LID4096" sz="19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5BB17E2-2877-DA42-EB81-7F192D51275C}"/>
              </a:ext>
            </a:extLst>
          </p:cNvPr>
          <p:cNvSpPr/>
          <p:nvPr/>
        </p:nvSpPr>
        <p:spPr>
          <a:xfrm rot="5400000">
            <a:off x="3520438" y="3576338"/>
            <a:ext cx="731520" cy="1716505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C7497C2E-AE9B-0AA3-56B4-C6441C0DFBE1}"/>
              </a:ext>
            </a:extLst>
          </p:cNvPr>
          <p:cNvSpPr/>
          <p:nvPr/>
        </p:nvSpPr>
        <p:spPr>
          <a:xfrm rot="5400000">
            <a:off x="3520438" y="7271737"/>
            <a:ext cx="731520" cy="1716505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7DB708-EE55-AAC2-CD87-EC7C4AFE63F5}"/>
              </a:ext>
            </a:extLst>
          </p:cNvPr>
          <p:cNvSpPr/>
          <p:nvPr/>
        </p:nvSpPr>
        <p:spPr>
          <a:xfrm>
            <a:off x="740039" y="9524401"/>
            <a:ext cx="1554480" cy="82296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Fertilization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6CF00D-DEBD-1757-7DCB-2E2138C171B4}"/>
              </a:ext>
            </a:extLst>
          </p:cNvPr>
          <p:cNvSpPr/>
          <p:nvPr/>
        </p:nvSpPr>
        <p:spPr>
          <a:xfrm>
            <a:off x="5553075" y="9432557"/>
            <a:ext cx="1428750" cy="100584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Sowing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909DFA-782D-5298-30D4-40953402EB3E}"/>
              </a:ext>
            </a:extLst>
          </p:cNvPr>
          <p:cNvSpPr/>
          <p:nvPr/>
        </p:nvSpPr>
        <p:spPr>
          <a:xfrm>
            <a:off x="1474470" y="11004173"/>
            <a:ext cx="1428750" cy="82296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Watering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EF38A8-3D36-ADB0-1354-A548A81A2C99}"/>
              </a:ext>
            </a:extLst>
          </p:cNvPr>
          <p:cNvSpPr/>
          <p:nvPr/>
        </p:nvSpPr>
        <p:spPr>
          <a:xfrm>
            <a:off x="617220" y="2058403"/>
            <a:ext cx="1428750" cy="100584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Remote Sensing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752FBC-9BA7-4FC6-8088-AABD3FE15985}"/>
              </a:ext>
            </a:extLst>
          </p:cNvPr>
          <p:cNvSpPr/>
          <p:nvPr/>
        </p:nvSpPr>
        <p:spPr>
          <a:xfrm>
            <a:off x="1306027" y="380201"/>
            <a:ext cx="1428750" cy="100584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IoT Sensors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3BA806F-63C3-62FF-22E1-AEB22C78A402}"/>
              </a:ext>
            </a:extLst>
          </p:cNvPr>
          <p:cNvSpPr/>
          <p:nvPr/>
        </p:nvSpPr>
        <p:spPr>
          <a:xfrm>
            <a:off x="5049654" y="356139"/>
            <a:ext cx="1428750" cy="100584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Weather Data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139F0A4-B919-F0B1-EE3A-5C77BF1D13FE}"/>
              </a:ext>
            </a:extLst>
          </p:cNvPr>
          <p:cNvSpPr/>
          <p:nvPr/>
        </p:nvSpPr>
        <p:spPr>
          <a:xfrm>
            <a:off x="5772150" y="2058403"/>
            <a:ext cx="1428750" cy="100584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Crop Data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377099-2393-3D38-F5CE-3AD42D63413C}"/>
              </a:ext>
            </a:extLst>
          </p:cNvPr>
          <p:cNvCxnSpPr>
            <a:stCxn id="4" idx="6"/>
            <a:endCxn id="21" idx="1"/>
          </p:cNvCxnSpPr>
          <p:nvPr/>
        </p:nvCxnSpPr>
        <p:spPr>
          <a:xfrm>
            <a:off x="4914900" y="2561323"/>
            <a:ext cx="85725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arrow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BB2358-097B-5D7E-FCE9-2A1E8915C2D0}"/>
              </a:ext>
            </a:extLst>
          </p:cNvPr>
          <p:cNvCxnSpPr>
            <a:cxnSpLocks/>
            <a:stCxn id="4" idx="7"/>
          </p:cNvCxnSpPr>
          <p:nvPr/>
        </p:nvCxnSpPr>
        <p:spPr>
          <a:xfrm flipV="1">
            <a:off x="4620299" y="1320169"/>
            <a:ext cx="475579" cy="529921"/>
          </a:xfrm>
          <a:prstGeom prst="straightConnector1">
            <a:avLst/>
          </a:prstGeom>
          <a:ln w="38100">
            <a:solidFill>
              <a:schemeClr val="accent1"/>
            </a:solidFill>
            <a:headEnd type="arrow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0A5C61-0D3F-6F63-E12A-E0A6CFCBD32E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2695577" y="1320169"/>
            <a:ext cx="502249" cy="529921"/>
          </a:xfrm>
          <a:prstGeom prst="straightConnector1">
            <a:avLst/>
          </a:prstGeom>
          <a:ln w="38100">
            <a:solidFill>
              <a:schemeClr val="accent1"/>
            </a:solidFill>
            <a:headEnd type="arrow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AE4D81-B02F-0337-9BFD-B3BD538667EC}"/>
              </a:ext>
            </a:extLst>
          </p:cNvPr>
          <p:cNvCxnSpPr>
            <a:stCxn id="4" idx="2"/>
            <a:endCxn id="18" idx="3"/>
          </p:cNvCxnSpPr>
          <p:nvPr/>
        </p:nvCxnSpPr>
        <p:spPr>
          <a:xfrm flipH="1">
            <a:off x="2045970" y="2561323"/>
            <a:ext cx="85725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arrow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61CA3A9-A641-3841-31B4-6D19599420F3}"/>
              </a:ext>
            </a:extLst>
          </p:cNvPr>
          <p:cNvSpPr/>
          <p:nvPr/>
        </p:nvSpPr>
        <p:spPr>
          <a:xfrm>
            <a:off x="634690" y="5169185"/>
            <a:ext cx="1828800" cy="82296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Preprocessing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093978-B06D-5391-D96B-870589BF973C}"/>
              </a:ext>
            </a:extLst>
          </p:cNvPr>
          <p:cNvSpPr/>
          <p:nvPr/>
        </p:nvSpPr>
        <p:spPr>
          <a:xfrm>
            <a:off x="817570" y="6527347"/>
            <a:ext cx="1645920" cy="82296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Visualization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D54B303-CBF7-CCC9-B31F-A845BEBFFD41}"/>
              </a:ext>
            </a:extLst>
          </p:cNvPr>
          <p:cNvSpPr/>
          <p:nvPr/>
        </p:nvSpPr>
        <p:spPr>
          <a:xfrm>
            <a:off x="5343525" y="5184858"/>
            <a:ext cx="1920240" cy="82296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Transformation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37F6DC-E408-4588-9319-7676980B3CE1}"/>
              </a:ext>
            </a:extLst>
          </p:cNvPr>
          <p:cNvSpPr/>
          <p:nvPr/>
        </p:nvSpPr>
        <p:spPr>
          <a:xfrm>
            <a:off x="5244465" y="6551282"/>
            <a:ext cx="1737360" cy="82296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Classification/Prediction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142FCE-0C1A-33B3-992E-1E3B159AE05A}"/>
              </a:ext>
            </a:extLst>
          </p:cNvPr>
          <p:cNvSpPr txBox="1"/>
          <p:nvPr/>
        </p:nvSpPr>
        <p:spPr>
          <a:xfrm>
            <a:off x="423964" y="12154374"/>
            <a:ext cx="2603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Application Layer</a:t>
            </a:r>
            <a:endParaRPr lang="LID4096" sz="2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C791DE-4953-4A1F-F4AD-D9C4346F1930}"/>
              </a:ext>
            </a:extLst>
          </p:cNvPr>
          <p:cNvSpPr txBox="1"/>
          <p:nvPr/>
        </p:nvSpPr>
        <p:spPr>
          <a:xfrm>
            <a:off x="462915" y="3425732"/>
            <a:ext cx="201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Sensor Layer</a:t>
            </a:r>
            <a:endParaRPr lang="LID4096" sz="2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BBC5B8-6B11-12D5-76F1-DEBB8D61BC85}"/>
              </a:ext>
            </a:extLst>
          </p:cNvPr>
          <p:cNvSpPr txBox="1"/>
          <p:nvPr/>
        </p:nvSpPr>
        <p:spPr>
          <a:xfrm rot="16200000">
            <a:off x="-959942" y="6065190"/>
            <a:ext cx="2603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Service Layer</a:t>
            </a:r>
            <a:endParaRPr lang="LID4096" sz="2400" b="1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2C07390-CB05-6127-95FA-9FB74E36BE07}"/>
              </a:ext>
            </a:extLst>
          </p:cNvPr>
          <p:cNvSpPr/>
          <p:nvPr/>
        </p:nvSpPr>
        <p:spPr>
          <a:xfrm>
            <a:off x="5049654" y="11004173"/>
            <a:ext cx="1531620" cy="822960"/>
          </a:xfrm>
          <a:prstGeom prst="roundRect">
            <a:avLst/>
          </a:prstGeom>
          <a:noFill/>
          <a:ln w="254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Pesticide Application</a:t>
            </a:r>
            <a:endParaRPr lang="LID4096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8F1DA3-BDCA-FB7B-0FCD-61910AB3D973}"/>
              </a:ext>
            </a:extLst>
          </p:cNvPr>
          <p:cNvCxnSpPr>
            <a:cxnSpLocks/>
          </p:cNvCxnSpPr>
          <p:nvPr/>
        </p:nvCxnSpPr>
        <p:spPr>
          <a:xfrm>
            <a:off x="2489203" y="5753040"/>
            <a:ext cx="457200" cy="1078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CC3D71-9ABD-E9D6-B0C9-1C2CD58A2839}"/>
              </a:ext>
            </a:extLst>
          </p:cNvPr>
          <p:cNvCxnSpPr/>
          <p:nvPr/>
        </p:nvCxnSpPr>
        <p:spPr>
          <a:xfrm flipH="1">
            <a:off x="4900292" y="5736295"/>
            <a:ext cx="428625" cy="26457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635936-0F01-120A-F5EF-A93E7A768DC2}"/>
              </a:ext>
            </a:extLst>
          </p:cNvPr>
          <p:cNvCxnSpPr>
            <a:stCxn id="32" idx="3"/>
          </p:cNvCxnSpPr>
          <p:nvPr/>
        </p:nvCxnSpPr>
        <p:spPr>
          <a:xfrm flipV="1">
            <a:off x="2463490" y="6701589"/>
            <a:ext cx="482913" cy="23723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11EEFCD-F458-B2AA-BF73-6C9DA98271B4}"/>
              </a:ext>
            </a:extLst>
          </p:cNvPr>
          <p:cNvCxnSpPr>
            <a:cxnSpLocks/>
          </p:cNvCxnSpPr>
          <p:nvPr/>
        </p:nvCxnSpPr>
        <p:spPr>
          <a:xfrm flipH="1" flipV="1">
            <a:off x="4793829" y="6716810"/>
            <a:ext cx="450636" cy="22201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B25D314-75CD-0CDF-136B-DF230E10D84D}"/>
              </a:ext>
            </a:extLst>
          </p:cNvPr>
          <p:cNvCxnSpPr>
            <a:stCxn id="6" idx="2"/>
            <a:endCxn id="9" idx="3"/>
          </p:cNvCxnSpPr>
          <p:nvPr/>
        </p:nvCxnSpPr>
        <p:spPr>
          <a:xfrm flipH="1" flipV="1">
            <a:off x="2294519" y="9935881"/>
            <a:ext cx="608701" cy="721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A214BAD-BD2F-EA7B-B2B6-A67B0765DA3D}"/>
              </a:ext>
            </a:extLst>
          </p:cNvPr>
          <p:cNvCxnSpPr>
            <a:stCxn id="6" idx="6"/>
          </p:cNvCxnSpPr>
          <p:nvPr/>
        </p:nvCxnSpPr>
        <p:spPr>
          <a:xfrm>
            <a:off x="4914900" y="9943097"/>
            <a:ext cx="638175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839997C-5C9E-BE25-1746-8862128F3BEC}"/>
              </a:ext>
            </a:extLst>
          </p:cNvPr>
          <p:cNvCxnSpPr>
            <a:stCxn id="6" idx="3"/>
          </p:cNvCxnSpPr>
          <p:nvPr/>
        </p:nvCxnSpPr>
        <p:spPr>
          <a:xfrm flipH="1">
            <a:off x="2903220" y="10654333"/>
            <a:ext cx="294604" cy="34984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F63044-915C-4A2E-2C63-23AE5B2D30EF}"/>
              </a:ext>
            </a:extLst>
          </p:cNvPr>
          <p:cNvCxnSpPr>
            <a:stCxn id="6" idx="5"/>
          </p:cNvCxnSpPr>
          <p:nvPr/>
        </p:nvCxnSpPr>
        <p:spPr>
          <a:xfrm>
            <a:off x="4620296" y="10654333"/>
            <a:ext cx="466389" cy="38958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917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1523</TotalTime>
  <Words>33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Homayun Afrabandpey</dc:creator>
  <cp:lastModifiedBy>Homayun Afrabandpey</cp:lastModifiedBy>
  <cp:revision>1</cp:revision>
  <dcterms:created xsi:type="dcterms:W3CDTF">2024-07-18T12:31:26Z</dcterms:created>
  <dcterms:modified xsi:type="dcterms:W3CDTF">2024-07-19T13:54:51Z</dcterms:modified>
</cp:coreProperties>
</file>