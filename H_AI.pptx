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4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047539"/>
            <a:ext cx="5829300" cy="222842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361902"/>
            <a:ext cx="5143500" cy="154537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AD0E-82FD-4CD5-B40F-B571F1B054A0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7B25-529D-4C00-84E4-F83EE4CB1A3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8650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AD0E-82FD-4CD5-B40F-B571F1B054A0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7B25-529D-4C00-84E4-F83EE4CB1A3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4681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595757"/>
            <a:ext cx="5915025" cy="2662555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283500"/>
            <a:ext cx="5915025" cy="140017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AD0E-82FD-4CD5-B40F-B571F1B054A0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7B25-529D-4C00-84E4-F83EE4CB1A3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6478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703917"/>
            <a:ext cx="2914650" cy="406124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703917"/>
            <a:ext cx="2914650" cy="406124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AD0E-82FD-4CD5-B40F-B571F1B054A0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7B25-529D-4C00-84E4-F83EE4CB1A3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8181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0785"/>
            <a:ext cx="5915025" cy="123719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569085"/>
            <a:ext cx="2901255" cy="76898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338070"/>
            <a:ext cx="2901255" cy="343894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569085"/>
            <a:ext cx="2915543" cy="76898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338070"/>
            <a:ext cx="2915543" cy="343894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AD0E-82FD-4CD5-B40F-B571F1B054A0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7B25-529D-4C00-84E4-F83EE4CB1A3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02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AD0E-82FD-4CD5-B40F-B571F1B054A0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7B25-529D-4C00-84E4-F83EE4CB1A3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592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AD0E-82FD-4CD5-B40F-B571F1B054A0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7B25-529D-4C00-84E4-F83EE4CB1A3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50839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26720"/>
            <a:ext cx="2211884" cy="14935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21598"/>
            <a:ext cx="3471863" cy="454871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920240"/>
            <a:ext cx="2211884" cy="35574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AD0E-82FD-4CD5-B40F-B571F1B054A0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7B25-529D-4C00-84E4-F83EE4CB1A3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313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26720"/>
            <a:ext cx="2211884" cy="14935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21598"/>
            <a:ext cx="3471863" cy="454871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920240"/>
            <a:ext cx="2211884" cy="35574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AD0E-82FD-4CD5-B40F-B571F1B054A0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7B25-529D-4C00-84E4-F83EE4CB1A3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0123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AD0E-82FD-4CD5-B40F-B571F1B054A0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7B25-529D-4C00-84E4-F83EE4CB1A3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2722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40783"/>
            <a:ext cx="1478756" cy="542438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40783"/>
            <a:ext cx="4350544" cy="542438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AD0E-82FD-4CD5-B40F-B571F1B054A0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57B25-529D-4C00-84E4-F83EE4CB1A3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4108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40785"/>
            <a:ext cx="5915025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703917"/>
            <a:ext cx="5915025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5932595"/>
            <a:ext cx="154305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5AD0E-82FD-4CD5-B40F-B571F1B054A0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5932595"/>
            <a:ext cx="2314575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5932595"/>
            <a:ext cx="154305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57B25-529D-4C00-84E4-F83EE4CB1A3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28536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F6E5C32-90BA-AA9B-5D93-107A9326122C}"/>
              </a:ext>
            </a:extLst>
          </p:cNvPr>
          <p:cNvSpPr/>
          <p:nvPr/>
        </p:nvSpPr>
        <p:spPr>
          <a:xfrm>
            <a:off x="76200" y="1896209"/>
            <a:ext cx="4206240" cy="4206240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610C0AA-A7B1-6CAE-A8B4-C8DE14099AED}"/>
              </a:ext>
            </a:extLst>
          </p:cNvPr>
          <p:cNvSpPr/>
          <p:nvPr/>
        </p:nvSpPr>
        <p:spPr>
          <a:xfrm>
            <a:off x="2590800" y="1896209"/>
            <a:ext cx="4206240" cy="4206240"/>
          </a:xfrm>
          <a:prstGeom prst="ellipse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218E85-E810-0D93-58C7-E4725EE8616B}"/>
              </a:ext>
            </a:extLst>
          </p:cNvPr>
          <p:cNvSpPr/>
          <p:nvPr/>
        </p:nvSpPr>
        <p:spPr>
          <a:xfrm>
            <a:off x="1333500" y="181708"/>
            <a:ext cx="4206240" cy="420624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029951-93A5-D5CF-5EAB-921F15CB85A0}"/>
              </a:ext>
            </a:extLst>
          </p:cNvPr>
          <p:cNvSpPr txBox="1"/>
          <p:nvPr/>
        </p:nvSpPr>
        <p:spPr>
          <a:xfrm>
            <a:off x="4594863" y="4172685"/>
            <a:ext cx="2146935" cy="1044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Humans Decision-making Factors</a:t>
            </a:r>
            <a:endParaRPr lang="LID4096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730803-C0B1-AECF-0DED-52FAA0BF030C}"/>
              </a:ext>
            </a:extLst>
          </p:cNvPr>
          <p:cNvSpPr txBox="1"/>
          <p:nvPr/>
        </p:nvSpPr>
        <p:spPr>
          <a:xfrm>
            <a:off x="379096" y="4172683"/>
            <a:ext cx="1682115" cy="72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AI Related Factors</a:t>
            </a:r>
            <a:endParaRPr lang="LID4096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03B6-B85B-4799-5AC5-80A5EC6AEC76}"/>
              </a:ext>
            </a:extLst>
          </p:cNvPr>
          <p:cNvSpPr txBox="1"/>
          <p:nvPr/>
        </p:nvSpPr>
        <p:spPr>
          <a:xfrm>
            <a:off x="2447927" y="387923"/>
            <a:ext cx="2146935" cy="72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Scenario-based Factors</a:t>
            </a:r>
            <a:endParaRPr lang="LID4096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9443DD-622E-E45F-8986-5604FE8C7839}"/>
              </a:ext>
            </a:extLst>
          </p:cNvPr>
          <p:cNvSpPr txBox="1"/>
          <p:nvPr/>
        </p:nvSpPr>
        <p:spPr>
          <a:xfrm>
            <a:off x="1582342" y="2127636"/>
            <a:ext cx="1682115" cy="72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Reliance on AI</a:t>
            </a:r>
            <a:endParaRPr lang="LID4096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7173A1-E131-308D-42F1-1BD558E23B37}"/>
              </a:ext>
            </a:extLst>
          </p:cNvPr>
          <p:cNvSpPr txBox="1"/>
          <p:nvPr/>
        </p:nvSpPr>
        <p:spPr>
          <a:xfrm>
            <a:off x="3938115" y="2022950"/>
            <a:ext cx="1682115" cy="72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Self-Confidence</a:t>
            </a:r>
            <a:endParaRPr lang="LID4096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21F5B6-A647-3CED-2EFA-354738266DED}"/>
              </a:ext>
            </a:extLst>
          </p:cNvPr>
          <p:cNvSpPr txBox="1"/>
          <p:nvPr/>
        </p:nvSpPr>
        <p:spPr>
          <a:xfrm>
            <a:off x="2692719" y="3486884"/>
            <a:ext cx="1682115" cy="41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Trust in AI</a:t>
            </a:r>
            <a:endParaRPr lang="LID4096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47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15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Homayun Afrabandpey</dc:creator>
  <cp:lastModifiedBy>Homayun Afrabandpey</cp:lastModifiedBy>
  <cp:revision>2</cp:revision>
  <dcterms:created xsi:type="dcterms:W3CDTF">2026-08-16T13:05:24Z</dcterms:created>
  <dcterms:modified xsi:type="dcterms:W3CDTF">2026-08-16T13:15:34Z</dcterms:modified>
</cp:coreProperties>
</file>