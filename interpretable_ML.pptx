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0240963" cy="6675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7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8072" y="1092486"/>
            <a:ext cx="8704819" cy="2324041"/>
          </a:xfrm>
        </p:spPr>
        <p:txBody>
          <a:bodyPr anchor="b"/>
          <a:lstStyle>
            <a:lvl1pPr algn="ctr">
              <a:defRPr sz="5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0121" y="3506151"/>
            <a:ext cx="7680722" cy="1611685"/>
          </a:xfrm>
        </p:spPr>
        <p:txBody>
          <a:bodyPr/>
          <a:lstStyle>
            <a:lvl1pPr marL="0" indent="0" algn="ctr">
              <a:buNone/>
              <a:defRPr sz="2336"/>
            </a:lvl1pPr>
            <a:lvl2pPr marL="445038" indent="0" algn="ctr">
              <a:buNone/>
              <a:defRPr sz="1947"/>
            </a:lvl2pPr>
            <a:lvl3pPr marL="890077" indent="0" algn="ctr">
              <a:buNone/>
              <a:defRPr sz="1752"/>
            </a:lvl3pPr>
            <a:lvl4pPr marL="1335115" indent="0" algn="ctr">
              <a:buNone/>
              <a:defRPr sz="1557"/>
            </a:lvl4pPr>
            <a:lvl5pPr marL="1780154" indent="0" algn="ctr">
              <a:buNone/>
              <a:defRPr sz="1557"/>
            </a:lvl5pPr>
            <a:lvl6pPr marL="2225192" indent="0" algn="ctr">
              <a:buNone/>
              <a:defRPr sz="1557"/>
            </a:lvl6pPr>
            <a:lvl7pPr marL="2670231" indent="0" algn="ctr">
              <a:buNone/>
              <a:defRPr sz="1557"/>
            </a:lvl7pPr>
            <a:lvl8pPr marL="3115269" indent="0" algn="ctr">
              <a:buNone/>
              <a:defRPr sz="1557"/>
            </a:lvl8pPr>
            <a:lvl9pPr marL="3560308" indent="0" algn="ctr">
              <a:buNone/>
              <a:defRPr sz="15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C85E9-6087-49EB-BD3A-7A4423FF2AEE}" type="datetimeFigureOut">
              <a:rPr lang="LID4096" smtClean="0"/>
              <a:t>07/25/2024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8765-ECFC-447E-87C1-91FBA01C42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0872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C85E9-6087-49EB-BD3A-7A4423FF2AEE}" type="datetimeFigureOut">
              <a:rPr lang="LID4096" smtClean="0"/>
              <a:t>07/25/2024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8765-ECFC-447E-87C1-91FBA01C42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065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733" y="1664226"/>
            <a:ext cx="8832831" cy="2776796"/>
          </a:xfrm>
        </p:spPr>
        <p:txBody>
          <a:bodyPr anchor="b"/>
          <a:lstStyle>
            <a:lvl1pPr>
              <a:defRPr sz="5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33" y="4467291"/>
            <a:ext cx="8832831" cy="1460252"/>
          </a:xfrm>
        </p:spPr>
        <p:txBody>
          <a:bodyPr/>
          <a:lstStyle>
            <a:lvl1pPr marL="0" indent="0">
              <a:buNone/>
              <a:defRPr sz="2336">
                <a:solidFill>
                  <a:schemeClr val="tx1">
                    <a:tint val="82000"/>
                  </a:schemeClr>
                </a:solidFill>
              </a:defRPr>
            </a:lvl1pPr>
            <a:lvl2pPr marL="445038" indent="0">
              <a:buNone/>
              <a:defRPr sz="1947">
                <a:solidFill>
                  <a:schemeClr val="tx1">
                    <a:tint val="82000"/>
                  </a:schemeClr>
                </a:solidFill>
              </a:defRPr>
            </a:lvl2pPr>
            <a:lvl3pPr marL="890077" indent="0">
              <a:buNone/>
              <a:defRPr sz="1752">
                <a:solidFill>
                  <a:schemeClr val="tx1">
                    <a:tint val="82000"/>
                  </a:schemeClr>
                </a:solidFill>
              </a:defRPr>
            </a:lvl3pPr>
            <a:lvl4pPr marL="1335115" indent="0">
              <a:buNone/>
              <a:defRPr sz="1557">
                <a:solidFill>
                  <a:schemeClr val="tx1">
                    <a:tint val="82000"/>
                  </a:schemeClr>
                </a:solidFill>
              </a:defRPr>
            </a:lvl4pPr>
            <a:lvl5pPr marL="1780154" indent="0">
              <a:buNone/>
              <a:defRPr sz="1557">
                <a:solidFill>
                  <a:schemeClr val="tx1">
                    <a:tint val="82000"/>
                  </a:schemeClr>
                </a:solidFill>
              </a:defRPr>
            </a:lvl5pPr>
            <a:lvl6pPr marL="2225192" indent="0">
              <a:buNone/>
              <a:defRPr sz="1557">
                <a:solidFill>
                  <a:schemeClr val="tx1">
                    <a:tint val="82000"/>
                  </a:schemeClr>
                </a:solidFill>
              </a:defRPr>
            </a:lvl6pPr>
            <a:lvl7pPr marL="2670231" indent="0">
              <a:buNone/>
              <a:defRPr sz="1557">
                <a:solidFill>
                  <a:schemeClr val="tx1">
                    <a:tint val="82000"/>
                  </a:schemeClr>
                </a:solidFill>
              </a:defRPr>
            </a:lvl7pPr>
            <a:lvl8pPr marL="3115269" indent="0">
              <a:buNone/>
              <a:defRPr sz="1557">
                <a:solidFill>
                  <a:schemeClr val="tx1">
                    <a:tint val="82000"/>
                  </a:schemeClr>
                </a:solidFill>
              </a:defRPr>
            </a:lvl8pPr>
            <a:lvl9pPr marL="3560308" indent="0">
              <a:buNone/>
              <a:defRPr sz="155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C85E9-6087-49EB-BD3A-7A4423FF2AEE}" type="datetimeFigureOut">
              <a:rPr lang="LID4096" smtClean="0"/>
              <a:t>07/25/2024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8765-ECFC-447E-87C1-91FBA01C42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385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4066" y="1777026"/>
            <a:ext cx="4352409" cy="4235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4488" y="1777026"/>
            <a:ext cx="4352409" cy="4235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C85E9-6087-49EB-BD3A-7A4423FF2AEE}" type="datetimeFigureOut">
              <a:rPr lang="LID4096" smtClean="0"/>
              <a:t>07/25/2024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8765-ECFC-447E-87C1-91FBA01C42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8607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400" y="355407"/>
            <a:ext cx="8832831" cy="12902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5401" y="1636410"/>
            <a:ext cx="4332407" cy="801979"/>
          </a:xfrm>
        </p:spPr>
        <p:txBody>
          <a:bodyPr anchor="b"/>
          <a:lstStyle>
            <a:lvl1pPr marL="0" indent="0">
              <a:buNone/>
              <a:defRPr sz="2336" b="1"/>
            </a:lvl1pPr>
            <a:lvl2pPr marL="445038" indent="0">
              <a:buNone/>
              <a:defRPr sz="1947" b="1"/>
            </a:lvl2pPr>
            <a:lvl3pPr marL="890077" indent="0">
              <a:buNone/>
              <a:defRPr sz="1752" b="1"/>
            </a:lvl3pPr>
            <a:lvl4pPr marL="1335115" indent="0">
              <a:buNone/>
              <a:defRPr sz="1557" b="1"/>
            </a:lvl4pPr>
            <a:lvl5pPr marL="1780154" indent="0">
              <a:buNone/>
              <a:defRPr sz="1557" b="1"/>
            </a:lvl5pPr>
            <a:lvl6pPr marL="2225192" indent="0">
              <a:buNone/>
              <a:defRPr sz="1557" b="1"/>
            </a:lvl6pPr>
            <a:lvl7pPr marL="2670231" indent="0">
              <a:buNone/>
              <a:defRPr sz="1557" b="1"/>
            </a:lvl7pPr>
            <a:lvl8pPr marL="3115269" indent="0">
              <a:buNone/>
              <a:defRPr sz="1557" b="1"/>
            </a:lvl8pPr>
            <a:lvl9pPr marL="3560308" indent="0">
              <a:buNone/>
              <a:defRPr sz="15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5401" y="2438389"/>
            <a:ext cx="4332407" cy="3586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4488" y="1636410"/>
            <a:ext cx="4353743" cy="801979"/>
          </a:xfrm>
        </p:spPr>
        <p:txBody>
          <a:bodyPr anchor="b"/>
          <a:lstStyle>
            <a:lvl1pPr marL="0" indent="0">
              <a:buNone/>
              <a:defRPr sz="2336" b="1"/>
            </a:lvl1pPr>
            <a:lvl2pPr marL="445038" indent="0">
              <a:buNone/>
              <a:defRPr sz="1947" b="1"/>
            </a:lvl2pPr>
            <a:lvl3pPr marL="890077" indent="0">
              <a:buNone/>
              <a:defRPr sz="1752" b="1"/>
            </a:lvl3pPr>
            <a:lvl4pPr marL="1335115" indent="0">
              <a:buNone/>
              <a:defRPr sz="1557" b="1"/>
            </a:lvl4pPr>
            <a:lvl5pPr marL="1780154" indent="0">
              <a:buNone/>
              <a:defRPr sz="1557" b="1"/>
            </a:lvl5pPr>
            <a:lvl6pPr marL="2225192" indent="0">
              <a:buNone/>
              <a:defRPr sz="1557" b="1"/>
            </a:lvl6pPr>
            <a:lvl7pPr marL="2670231" indent="0">
              <a:buNone/>
              <a:defRPr sz="1557" b="1"/>
            </a:lvl7pPr>
            <a:lvl8pPr marL="3115269" indent="0">
              <a:buNone/>
              <a:defRPr sz="1557" b="1"/>
            </a:lvl8pPr>
            <a:lvl9pPr marL="3560308" indent="0">
              <a:buNone/>
              <a:defRPr sz="15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4488" y="2438389"/>
            <a:ext cx="4353743" cy="3586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C85E9-6087-49EB-BD3A-7A4423FF2AEE}" type="datetimeFigureOut">
              <a:rPr lang="LID4096" smtClean="0"/>
              <a:t>07/25/2024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8765-ECFC-447E-87C1-91FBA01C42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4625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C85E9-6087-49EB-BD3A-7A4423FF2AEE}" type="datetimeFigureOut">
              <a:rPr lang="LID4096" smtClean="0"/>
              <a:t>07/25/2024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8765-ECFC-447E-87C1-91FBA01C42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9654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C85E9-6087-49EB-BD3A-7A4423FF2AEE}" type="datetimeFigureOut">
              <a:rPr lang="LID4096" smtClean="0"/>
              <a:t>07/25/2024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8765-ECFC-447E-87C1-91FBA01C42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790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400" y="445029"/>
            <a:ext cx="3302977" cy="1557602"/>
          </a:xfrm>
        </p:spPr>
        <p:txBody>
          <a:bodyPr anchor="b"/>
          <a:lstStyle>
            <a:lvl1pPr>
              <a:defRPr sz="31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3743" y="961141"/>
            <a:ext cx="5184488" cy="4743888"/>
          </a:xfrm>
        </p:spPr>
        <p:txBody>
          <a:bodyPr/>
          <a:lstStyle>
            <a:lvl1pPr>
              <a:defRPr sz="3115"/>
            </a:lvl1pPr>
            <a:lvl2pPr>
              <a:defRPr sz="2726"/>
            </a:lvl2pPr>
            <a:lvl3pPr>
              <a:defRPr sz="2336"/>
            </a:lvl3pPr>
            <a:lvl4pPr>
              <a:defRPr sz="1947"/>
            </a:lvl4pPr>
            <a:lvl5pPr>
              <a:defRPr sz="1947"/>
            </a:lvl5pPr>
            <a:lvl6pPr>
              <a:defRPr sz="1947"/>
            </a:lvl6pPr>
            <a:lvl7pPr>
              <a:defRPr sz="1947"/>
            </a:lvl7pPr>
            <a:lvl8pPr>
              <a:defRPr sz="1947"/>
            </a:lvl8pPr>
            <a:lvl9pPr>
              <a:defRPr sz="19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5400" y="2002632"/>
            <a:ext cx="3302977" cy="3710122"/>
          </a:xfrm>
        </p:spPr>
        <p:txBody>
          <a:bodyPr/>
          <a:lstStyle>
            <a:lvl1pPr marL="0" indent="0">
              <a:buNone/>
              <a:defRPr sz="1557"/>
            </a:lvl1pPr>
            <a:lvl2pPr marL="445038" indent="0">
              <a:buNone/>
              <a:defRPr sz="1363"/>
            </a:lvl2pPr>
            <a:lvl3pPr marL="890077" indent="0">
              <a:buNone/>
              <a:defRPr sz="1168"/>
            </a:lvl3pPr>
            <a:lvl4pPr marL="1335115" indent="0">
              <a:buNone/>
              <a:defRPr sz="973"/>
            </a:lvl4pPr>
            <a:lvl5pPr marL="1780154" indent="0">
              <a:buNone/>
              <a:defRPr sz="973"/>
            </a:lvl5pPr>
            <a:lvl6pPr marL="2225192" indent="0">
              <a:buNone/>
              <a:defRPr sz="973"/>
            </a:lvl6pPr>
            <a:lvl7pPr marL="2670231" indent="0">
              <a:buNone/>
              <a:defRPr sz="973"/>
            </a:lvl7pPr>
            <a:lvl8pPr marL="3115269" indent="0">
              <a:buNone/>
              <a:defRPr sz="973"/>
            </a:lvl8pPr>
            <a:lvl9pPr marL="3560308" indent="0">
              <a:buNone/>
              <a:defRPr sz="9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C85E9-6087-49EB-BD3A-7A4423FF2AEE}" type="datetimeFigureOut">
              <a:rPr lang="LID4096" smtClean="0"/>
              <a:t>07/25/2024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8765-ECFC-447E-87C1-91FBA01C42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696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400" y="445029"/>
            <a:ext cx="3302977" cy="1557602"/>
          </a:xfrm>
        </p:spPr>
        <p:txBody>
          <a:bodyPr anchor="b"/>
          <a:lstStyle>
            <a:lvl1pPr>
              <a:defRPr sz="31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53743" y="961141"/>
            <a:ext cx="5184488" cy="4743888"/>
          </a:xfrm>
        </p:spPr>
        <p:txBody>
          <a:bodyPr anchor="t"/>
          <a:lstStyle>
            <a:lvl1pPr marL="0" indent="0">
              <a:buNone/>
              <a:defRPr sz="3115"/>
            </a:lvl1pPr>
            <a:lvl2pPr marL="445038" indent="0">
              <a:buNone/>
              <a:defRPr sz="2726"/>
            </a:lvl2pPr>
            <a:lvl3pPr marL="890077" indent="0">
              <a:buNone/>
              <a:defRPr sz="2336"/>
            </a:lvl3pPr>
            <a:lvl4pPr marL="1335115" indent="0">
              <a:buNone/>
              <a:defRPr sz="1947"/>
            </a:lvl4pPr>
            <a:lvl5pPr marL="1780154" indent="0">
              <a:buNone/>
              <a:defRPr sz="1947"/>
            </a:lvl5pPr>
            <a:lvl6pPr marL="2225192" indent="0">
              <a:buNone/>
              <a:defRPr sz="1947"/>
            </a:lvl6pPr>
            <a:lvl7pPr marL="2670231" indent="0">
              <a:buNone/>
              <a:defRPr sz="1947"/>
            </a:lvl7pPr>
            <a:lvl8pPr marL="3115269" indent="0">
              <a:buNone/>
              <a:defRPr sz="1947"/>
            </a:lvl8pPr>
            <a:lvl9pPr marL="3560308" indent="0">
              <a:buNone/>
              <a:defRPr sz="194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5400" y="2002632"/>
            <a:ext cx="3302977" cy="3710122"/>
          </a:xfrm>
        </p:spPr>
        <p:txBody>
          <a:bodyPr/>
          <a:lstStyle>
            <a:lvl1pPr marL="0" indent="0">
              <a:buNone/>
              <a:defRPr sz="1557"/>
            </a:lvl1pPr>
            <a:lvl2pPr marL="445038" indent="0">
              <a:buNone/>
              <a:defRPr sz="1363"/>
            </a:lvl2pPr>
            <a:lvl3pPr marL="890077" indent="0">
              <a:buNone/>
              <a:defRPr sz="1168"/>
            </a:lvl3pPr>
            <a:lvl4pPr marL="1335115" indent="0">
              <a:buNone/>
              <a:defRPr sz="973"/>
            </a:lvl4pPr>
            <a:lvl5pPr marL="1780154" indent="0">
              <a:buNone/>
              <a:defRPr sz="973"/>
            </a:lvl5pPr>
            <a:lvl6pPr marL="2225192" indent="0">
              <a:buNone/>
              <a:defRPr sz="973"/>
            </a:lvl6pPr>
            <a:lvl7pPr marL="2670231" indent="0">
              <a:buNone/>
              <a:defRPr sz="973"/>
            </a:lvl7pPr>
            <a:lvl8pPr marL="3115269" indent="0">
              <a:buNone/>
              <a:defRPr sz="973"/>
            </a:lvl8pPr>
            <a:lvl9pPr marL="3560308" indent="0">
              <a:buNone/>
              <a:defRPr sz="9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C85E9-6087-49EB-BD3A-7A4423FF2AEE}" type="datetimeFigureOut">
              <a:rPr lang="LID4096" smtClean="0"/>
              <a:t>07/25/2024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8765-ECFC-447E-87C1-91FBA01C42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539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C85E9-6087-49EB-BD3A-7A4423FF2AEE}" type="datetimeFigureOut">
              <a:rPr lang="LID4096" smtClean="0"/>
              <a:t>07/25/2024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8765-ECFC-447E-87C1-91FBA01C42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510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28690" y="355405"/>
            <a:ext cx="2208208" cy="56571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4067" y="355405"/>
            <a:ext cx="6496611" cy="5657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C85E9-6087-49EB-BD3A-7A4423FF2AEE}" type="datetimeFigureOut">
              <a:rPr lang="LID4096" smtClean="0"/>
              <a:t>07/25/2024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8765-ECFC-447E-87C1-91FBA01C42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538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4066" y="355407"/>
            <a:ext cx="8832831" cy="12902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4066" y="1777026"/>
            <a:ext cx="8832831" cy="4235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4066" y="6187144"/>
            <a:ext cx="2304217" cy="3554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C85E9-6087-49EB-BD3A-7A4423FF2AEE}" type="datetimeFigureOut">
              <a:rPr lang="LID4096" smtClean="0"/>
              <a:t>07/25/2024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92319" y="6187144"/>
            <a:ext cx="3456325" cy="3554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32680" y="6187144"/>
            <a:ext cx="2304217" cy="3554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78765-ECFC-447E-87C1-91FBA01C42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9728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90077" rtl="0" eaLnBrk="1" latinLnBrk="0" hangingPunct="1">
        <a:lnSpc>
          <a:spcPct val="90000"/>
        </a:lnSpc>
        <a:spcBef>
          <a:spcPct val="0"/>
        </a:spcBef>
        <a:buNone/>
        <a:defRPr sz="42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519" indent="-222519" algn="l" defTabSz="890077" rtl="0" eaLnBrk="1" latinLnBrk="0" hangingPunct="1">
        <a:lnSpc>
          <a:spcPct val="90000"/>
        </a:lnSpc>
        <a:spcBef>
          <a:spcPts val="973"/>
        </a:spcBef>
        <a:buFont typeface="Arial" panose="020B0604020202020204" pitchFamily="34" charset="0"/>
        <a:buChar char="•"/>
        <a:defRPr sz="2726" kern="1200">
          <a:solidFill>
            <a:schemeClr val="tx1"/>
          </a:solidFill>
          <a:latin typeface="+mn-lt"/>
          <a:ea typeface="+mn-ea"/>
          <a:cs typeface="+mn-cs"/>
        </a:defRPr>
      </a:lvl1pPr>
      <a:lvl2pPr marL="667558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12596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7" kern="1200">
          <a:solidFill>
            <a:schemeClr val="tx1"/>
          </a:solidFill>
          <a:latin typeface="+mn-lt"/>
          <a:ea typeface="+mn-ea"/>
          <a:cs typeface="+mn-cs"/>
        </a:defRPr>
      </a:lvl3pPr>
      <a:lvl4pPr marL="1557635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2" kern="1200">
          <a:solidFill>
            <a:schemeClr val="tx1"/>
          </a:solidFill>
          <a:latin typeface="+mn-lt"/>
          <a:ea typeface="+mn-ea"/>
          <a:cs typeface="+mn-cs"/>
        </a:defRPr>
      </a:lvl4pPr>
      <a:lvl5pPr marL="2002673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2" kern="1200">
          <a:solidFill>
            <a:schemeClr val="tx1"/>
          </a:solidFill>
          <a:latin typeface="+mn-lt"/>
          <a:ea typeface="+mn-ea"/>
          <a:cs typeface="+mn-cs"/>
        </a:defRPr>
      </a:lvl5pPr>
      <a:lvl6pPr marL="2447712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2" kern="1200">
          <a:solidFill>
            <a:schemeClr val="tx1"/>
          </a:solidFill>
          <a:latin typeface="+mn-lt"/>
          <a:ea typeface="+mn-ea"/>
          <a:cs typeface="+mn-cs"/>
        </a:defRPr>
      </a:lvl6pPr>
      <a:lvl7pPr marL="2892750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2" kern="1200">
          <a:solidFill>
            <a:schemeClr val="tx1"/>
          </a:solidFill>
          <a:latin typeface="+mn-lt"/>
          <a:ea typeface="+mn-ea"/>
          <a:cs typeface="+mn-cs"/>
        </a:defRPr>
      </a:lvl7pPr>
      <a:lvl8pPr marL="3337789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2" kern="1200">
          <a:solidFill>
            <a:schemeClr val="tx1"/>
          </a:solidFill>
          <a:latin typeface="+mn-lt"/>
          <a:ea typeface="+mn-ea"/>
          <a:cs typeface="+mn-cs"/>
        </a:defRPr>
      </a:lvl8pPr>
      <a:lvl9pPr marL="3782827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1pPr>
      <a:lvl2pPr marL="445038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2pPr>
      <a:lvl3pPr marL="890077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3pPr>
      <a:lvl4pPr marL="1335115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4pPr>
      <a:lvl5pPr marL="1780154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5pPr>
      <a:lvl6pPr marL="2225192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6pPr>
      <a:lvl7pPr marL="2670231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7pPr>
      <a:lvl8pPr marL="3115269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8pPr>
      <a:lvl9pPr marL="3560308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9.png"/><Relationship Id="rId18" Type="http://schemas.openxmlformats.org/officeDocument/2006/relationships/hyperlink" Target="https://www.pngall.com/magnifying-glass-png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17" Type="http://schemas.openxmlformats.org/officeDocument/2006/relationships/image" Target="../media/image12.png"/><Relationship Id="rId2" Type="http://schemas.microsoft.com/office/2017/06/relationships/model3d" Target="../media/model3d1.glb"/><Relationship Id="rId16" Type="http://schemas.openxmlformats.org/officeDocument/2006/relationships/hyperlink" Target="https://clipartix.com/questions-clipart-image-29223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vecteezy.com/vector-art/6059254-black-check-mark-icon-tick-symbol-in-black-color-vector-illustration-for-web-mobile-and-concept-design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3.jpg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hyperlink" Target="https://www.walmart.com/ip/Goplus-700C-52cm-Aluminum-Road-Commuter-Bike-Bicycle-21-Speed-Quick-Release/542173591" TargetMode="External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3D Model 15" descr="Dark Gray Cube">
                <a:extLst>
                  <a:ext uri="{FF2B5EF4-FFF2-40B4-BE49-F238E27FC236}">
                    <a16:creationId xmlns:a16="http://schemas.microsoft.com/office/drawing/2014/main" id="{451A3EC5-D326-3146-3317-8277ADA3B4B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23366983"/>
                  </p:ext>
                </p:extLst>
              </p:nvPr>
            </p:nvGraphicFramePr>
            <p:xfrm>
              <a:off x="2521701" y="818655"/>
              <a:ext cx="1920240" cy="192024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20240" cy="1920240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0529" d="1000000"/>
                    <am3d:preTrans dx="0" dy="-17999995" dz="5866"/>
                    <am3d:scale>
                      <am3d:sx n="1000000" d="1000000"/>
                      <am3d:sy n="1000000" d="1000000"/>
                      <am3d:sz n="1000000" d="1000000"/>
                    </am3d:scale>
                    <am3d:rot ax="-1743801" ay="-2831335" az="-946932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9929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3D Model 15" descr="Dark Gray Cube">
                <a:extLst>
                  <a:ext uri="{FF2B5EF4-FFF2-40B4-BE49-F238E27FC236}">
                    <a16:creationId xmlns:a16="http://schemas.microsoft.com/office/drawing/2014/main" id="{451A3EC5-D326-3146-3317-8277ADA3B4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1701" y="818655"/>
                <a:ext cx="1920240" cy="192024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Google Shape;275;gad14b25ca6_0_304">
            <a:extLst>
              <a:ext uri="{FF2B5EF4-FFF2-40B4-BE49-F238E27FC236}">
                <a16:creationId xmlns:a16="http://schemas.microsoft.com/office/drawing/2014/main" id="{1CE13B72-7E94-0565-D429-F21A25CD6BE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0299" y="55520"/>
            <a:ext cx="14630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F6BE189-0060-78CE-001D-EBC9E5A56B7C}"/>
              </a:ext>
            </a:extLst>
          </p:cNvPr>
          <p:cNvSpPr txBox="1"/>
          <p:nvPr/>
        </p:nvSpPr>
        <p:spPr>
          <a:xfrm>
            <a:off x="2521705" y="2757293"/>
            <a:ext cx="1985973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1" dirty="0">
                <a:latin typeface="Comic Sans MS" panose="030F0702030302020204" pitchFamily="66" charset="0"/>
              </a:rPr>
              <a:t>Black-box model</a:t>
            </a:r>
            <a:endParaRPr lang="LID4096" sz="1401" dirty="0">
              <a:latin typeface="Comic Sans MS" panose="030F0702030302020204" pitchFamily="66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C86942C-5947-F64C-8188-F8566C0A77F1}"/>
              </a:ext>
            </a:extLst>
          </p:cNvPr>
          <p:cNvCxnSpPr>
            <a:cxnSpLocks/>
          </p:cNvCxnSpPr>
          <p:nvPr/>
        </p:nvCxnSpPr>
        <p:spPr>
          <a:xfrm>
            <a:off x="1407222" y="1778774"/>
            <a:ext cx="122769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927717C-05E0-C69F-4D68-C825F7E13C42}"/>
              </a:ext>
            </a:extLst>
          </p:cNvPr>
          <p:cNvSpPr/>
          <p:nvPr/>
        </p:nvSpPr>
        <p:spPr>
          <a:xfrm>
            <a:off x="5779921" y="1641614"/>
            <a:ext cx="274320" cy="274320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80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F6D463-A310-6AD5-5995-08E752B8A9C4}"/>
              </a:ext>
            </a:extLst>
          </p:cNvPr>
          <p:cNvSpPr/>
          <p:nvPr/>
        </p:nvSpPr>
        <p:spPr>
          <a:xfrm>
            <a:off x="6211383" y="1641614"/>
            <a:ext cx="274320" cy="274320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80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E85EF7-7BDA-81B8-58E5-6F030674D3D8}"/>
              </a:ext>
            </a:extLst>
          </p:cNvPr>
          <p:cNvSpPr/>
          <p:nvPr/>
        </p:nvSpPr>
        <p:spPr>
          <a:xfrm>
            <a:off x="6642844" y="1641614"/>
            <a:ext cx="274320" cy="274320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80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A5ED47-F228-1A92-B256-9E287745CF62}"/>
              </a:ext>
            </a:extLst>
          </p:cNvPr>
          <p:cNvSpPr/>
          <p:nvPr/>
        </p:nvSpPr>
        <p:spPr>
          <a:xfrm>
            <a:off x="7588674" y="1641614"/>
            <a:ext cx="274320" cy="274320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801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BF40DA1-B14B-DB61-0F06-CF9B3A289223}"/>
              </a:ext>
            </a:extLst>
          </p:cNvPr>
          <p:cNvCxnSpPr>
            <a:cxnSpLocks/>
          </p:cNvCxnSpPr>
          <p:nvPr/>
        </p:nvCxnSpPr>
        <p:spPr>
          <a:xfrm>
            <a:off x="4372271" y="1777490"/>
            <a:ext cx="122769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0D4B4F6A-5772-ED26-113D-EA1FB9045F7B}"/>
              </a:ext>
            </a:extLst>
          </p:cNvPr>
          <p:cNvSpPr/>
          <p:nvPr/>
        </p:nvSpPr>
        <p:spPr>
          <a:xfrm>
            <a:off x="7120302" y="1755918"/>
            <a:ext cx="45721" cy="457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801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8476C5A-863E-5969-4027-77096FCD52F7}"/>
              </a:ext>
            </a:extLst>
          </p:cNvPr>
          <p:cNvSpPr/>
          <p:nvPr/>
        </p:nvSpPr>
        <p:spPr>
          <a:xfrm>
            <a:off x="7233104" y="1755918"/>
            <a:ext cx="45721" cy="457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801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7ED0535-5D3F-EF63-4562-7A8A57000DA4}"/>
              </a:ext>
            </a:extLst>
          </p:cNvPr>
          <p:cNvSpPr/>
          <p:nvPr/>
        </p:nvSpPr>
        <p:spPr>
          <a:xfrm>
            <a:off x="7345905" y="1755918"/>
            <a:ext cx="45721" cy="457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801"/>
          </a:p>
        </p:txBody>
      </p:sp>
      <p:pic>
        <p:nvPicPr>
          <p:cNvPr id="37" name="Picture 36" descr="A black check mark on a white background&#10;&#10;Description automatically generated">
            <a:extLst>
              <a:ext uri="{FF2B5EF4-FFF2-40B4-BE49-F238E27FC236}">
                <a16:creationId xmlns:a16="http://schemas.microsoft.com/office/drawing/2014/main" id="{7B9DCF41-0308-7A8D-E54E-492B6F3922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613850" y="1663195"/>
            <a:ext cx="228601" cy="22860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6D67FB8-10B5-4AE7-EB01-2BDCE74444D6}"/>
              </a:ext>
            </a:extLst>
          </p:cNvPr>
          <p:cNvSpPr txBox="1"/>
          <p:nvPr/>
        </p:nvSpPr>
        <p:spPr>
          <a:xfrm>
            <a:off x="7399326" y="1915933"/>
            <a:ext cx="697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bicycle</a:t>
            </a:r>
            <a:endParaRPr lang="LID4096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2253A3-ED8F-F1BA-F5A9-C43B5B679B84}"/>
              </a:ext>
            </a:extLst>
          </p:cNvPr>
          <p:cNvSpPr txBox="1"/>
          <p:nvPr/>
        </p:nvSpPr>
        <p:spPr>
          <a:xfrm>
            <a:off x="5664951" y="1915934"/>
            <a:ext cx="580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motor</a:t>
            </a:r>
            <a:endParaRPr lang="LID4096" sz="11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34D5D2-11CB-3E1D-E46B-C1EB2A046626}"/>
              </a:ext>
            </a:extLst>
          </p:cNvPr>
          <p:cNvSpPr txBox="1"/>
          <p:nvPr/>
        </p:nvSpPr>
        <p:spPr>
          <a:xfrm>
            <a:off x="6173856" y="1915933"/>
            <a:ext cx="580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car</a:t>
            </a:r>
            <a:endParaRPr lang="LID4096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B3E869-8CB0-2800-6A83-11661A8A9639}"/>
              </a:ext>
            </a:extLst>
          </p:cNvPr>
          <p:cNvSpPr txBox="1"/>
          <p:nvPr/>
        </p:nvSpPr>
        <p:spPr>
          <a:xfrm>
            <a:off x="6532413" y="1915933"/>
            <a:ext cx="580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truck</a:t>
            </a:r>
            <a:endParaRPr lang="LID4096" sz="11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FAC46F7-7605-4D90-423C-61DFC9D9F772}"/>
              </a:ext>
            </a:extLst>
          </p:cNvPr>
          <p:cNvCxnSpPr>
            <a:cxnSpLocks/>
          </p:cNvCxnSpPr>
          <p:nvPr/>
        </p:nvCxnSpPr>
        <p:spPr>
          <a:xfrm>
            <a:off x="3516649" y="3065065"/>
            <a:ext cx="0" cy="1225296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Google Shape;281;gad14b25ca6_0_304">
            <a:extLst>
              <a:ext uri="{FF2B5EF4-FFF2-40B4-BE49-F238E27FC236}">
                <a16:creationId xmlns:a16="http://schemas.microsoft.com/office/drawing/2014/main" id="{8D4D5857-5625-BBB7-E71B-43A2896B5F78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13989" y="3595927"/>
            <a:ext cx="1063063" cy="130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Picture 47" descr="A bicycle on a road&#10;&#10;Description automatically generated">
            <a:extLst>
              <a:ext uri="{FF2B5EF4-FFF2-40B4-BE49-F238E27FC236}">
                <a16:creationId xmlns:a16="http://schemas.microsoft.com/office/drawing/2014/main" id="{B0CA28E1-9565-B844-5CF5-5DA38066BF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18567" y="1192061"/>
            <a:ext cx="1173437" cy="1173437"/>
          </a:xfrm>
          <a:prstGeom prst="rect">
            <a:avLst/>
          </a:prstGeom>
        </p:spPr>
      </p:pic>
      <p:pic>
        <p:nvPicPr>
          <p:cNvPr id="52" name="Picture 51" descr="A close up of a bicycle wheel&#10;&#10;Description automatically generated">
            <a:extLst>
              <a:ext uri="{FF2B5EF4-FFF2-40B4-BE49-F238E27FC236}">
                <a16:creationId xmlns:a16="http://schemas.microsoft.com/office/drawing/2014/main" id="{FF2EBCD4-D37C-0EBB-5C16-F146F7506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139" y="5045180"/>
            <a:ext cx="449234" cy="457200"/>
          </a:xfrm>
          <a:prstGeom prst="rect">
            <a:avLst/>
          </a:prstGeom>
        </p:spPr>
      </p:pic>
      <p:pic>
        <p:nvPicPr>
          <p:cNvPr id="54" name="Picture 53" descr="A close-up of a bicycle wheel&#10;&#10;Description automatically generated">
            <a:extLst>
              <a:ext uri="{FF2B5EF4-FFF2-40B4-BE49-F238E27FC236}">
                <a16:creationId xmlns:a16="http://schemas.microsoft.com/office/drawing/2014/main" id="{A3DE618C-4F7D-2F6E-0342-6869B61151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385" y="4440670"/>
            <a:ext cx="453993" cy="457200"/>
          </a:xfrm>
          <a:prstGeom prst="rect">
            <a:avLst/>
          </a:prstGeom>
        </p:spPr>
      </p:pic>
      <p:pic>
        <p:nvPicPr>
          <p:cNvPr id="56" name="Picture 55" descr="A close up of a bicycle&#10;&#10;Description automatically generated">
            <a:extLst>
              <a:ext uri="{FF2B5EF4-FFF2-40B4-BE49-F238E27FC236}">
                <a16:creationId xmlns:a16="http://schemas.microsoft.com/office/drawing/2014/main" id="{72E10D81-FADB-14B7-3F1E-C7D8AD84F83B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595" y="5649689"/>
            <a:ext cx="640080" cy="457200"/>
          </a:xfrm>
          <a:prstGeom prst="rect">
            <a:avLst/>
          </a:prstGeom>
        </p:spPr>
      </p:pic>
      <p:pic>
        <p:nvPicPr>
          <p:cNvPr id="58" name="Picture 57" descr="A close up of a bicycle seat&#10;&#10;Description automatically generated">
            <a:extLst>
              <a:ext uri="{FF2B5EF4-FFF2-40B4-BE49-F238E27FC236}">
                <a16:creationId xmlns:a16="http://schemas.microsoft.com/office/drawing/2014/main" id="{A6396E5D-67CA-7E74-8136-4F06C36B0DB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576" y="6254205"/>
            <a:ext cx="762039" cy="361969"/>
          </a:xfrm>
          <a:prstGeom prst="rect">
            <a:avLst/>
          </a:prstGeom>
        </p:spPr>
      </p:pic>
      <p:sp>
        <p:nvSpPr>
          <p:cNvPr id="63" name="Arrow: Chevron 62">
            <a:extLst>
              <a:ext uri="{FF2B5EF4-FFF2-40B4-BE49-F238E27FC236}">
                <a16:creationId xmlns:a16="http://schemas.microsoft.com/office/drawing/2014/main" id="{1BF78220-65B2-F883-5317-80CC8C36B9AC}"/>
              </a:ext>
            </a:extLst>
          </p:cNvPr>
          <p:cNvSpPr/>
          <p:nvPr/>
        </p:nvSpPr>
        <p:spPr>
          <a:xfrm>
            <a:off x="8349162" y="5273779"/>
            <a:ext cx="930080" cy="71881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801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7654AB9-0E8E-22E0-D537-036EDD27674F}"/>
              </a:ext>
            </a:extLst>
          </p:cNvPr>
          <p:cNvSpPr/>
          <p:nvPr/>
        </p:nvSpPr>
        <p:spPr>
          <a:xfrm>
            <a:off x="9692393" y="5502380"/>
            <a:ext cx="274320" cy="274320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801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0E37155-9268-FA6C-1797-C6D3668FE089}"/>
              </a:ext>
            </a:extLst>
          </p:cNvPr>
          <p:cNvSpPr txBox="1"/>
          <p:nvPr/>
        </p:nvSpPr>
        <p:spPr>
          <a:xfrm>
            <a:off x="9503047" y="5776699"/>
            <a:ext cx="697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bicycle</a:t>
            </a:r>
            <a:endParaRPr lang="LID4096" sz="1100" dirty="0"/>
          </a:p>
        </p:txBody>
      </p:sp>
      <p:pic>
        <p:nvPicPr>
          <p:cNvPr id="68" name="Picture 67" descr="A black check mark on a white background&#10;&#10;Description automatically generated">
            <a:extLst>
              <a:ext uri="{FF2B5EF4-FFF2-40B4-BE49-F238E27FC236}">
                <a16:creationId xmlns:a16="http://schemas.microsoft.com/office/drawing/2014/main" id="{C607FBA5-5E3D-C10D-BD01-B22AFC7E75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715258" y="5525244"/>
            <a:ext cx="228601" cy="228601"/>
          </a:xfrm>
          <a:prstGeom prst="rect">
            <a:avLst/>
          </a:prstGeom>
        </p:spPr>
      </p:pic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32A0EBA-C24E-7715-5514-3D27331619DC}"/>
              </a:ext>
            </a:extLst>
          </p:cNvPr>
          <p:cNvCxnSpPr>
            <a:cxnSpLocks/>
          </p:cNvCxnSpPr>
          <p:nvPr/>
        </p:nvCxnSpPr>
        <p:spPr>
          <a:xfrm>
            <a:off x="4631352" y="5608495"/>
            <a:ext cx="122769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Picture 76" descr="A cartoon of a person wearing glasses&#10;&#10;Description automatically generated">
            <a:extLst>
              <a:ext uri="{FF2B5EF4-FFF2-40B4-BE49-F238E27FC236}">
                <a16:creationId xmlns:a16="http://schemas.microsoft.com/office/drawing/2014/main" id="{97DEBC3E-39C5-F654-B6FA-369629FE088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984" y="1114709"/>
            <a:ext cx="874756" cy="1338302"/>
          </a:xfrm>
          <a:prstGeom prst="rect">
            <a:avLst/>
          </a:prstGeom>
        </p:spPr>
      </p:pic>
      <p:pic>
        <p:nvPicPr>
          <p:cNvPr id="79" name="Picture 78" descr="A white question mark on a black background&#10;&#10;Description automatically generated">
            <a:extLst>
              <a:ext uri="{FF2B5EF4-FFF2-40B4-BE49-F238E27FC236}">
                <a16:creationId xmlns:a16="http://schemas.microsoft.com/office/drawing/2014/main" id="{5D730698-C186-F18C-4CCB-96014C394F2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8856235" y="765210"/>
            <a:ext cx="424678" cy="424678"/>
          </a:xfrm>
          <a:prstGeom prst="rect">
            <a:avLst/>
          </a:prstGeom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81A06F2-756F-DD99-ED34-E92AA740920A}"/>
              </a:ext>
            </a:extLst>
          </p:cNvPr>
          <p:cNvCxnSpPr/>
          <p:nvPr/>
        </p:nvCxnSpPr>
        <p:spPr>
          <a:xfrm>
            <a:off x="8751367" y="1755913"/>
            <a:ext cx="62841" cy="0"/>
          </a:xfrm>
          <a:prstGeom prst="line">
            <a:avLst/>
          </a:prstGeom>
          <a:ln w="25400" cap="rnd">
            <a:solidFill>
              <a:schemeClr val="bg2">
                <a:lumMod val="25000"/>
                <a:alpha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2" name="3D Model 81" descr="Dark Gray Cube">
                <a:extLst>
                  <a:ext uri="{FF2B5EF4-FFF2-40B4-BE49-F238E27FC236}">
                    <a16:creationId xmlns:a16="http://schemas.microsoft.com/office/drawing/2014/main" id="{74B1D715-87B8-D533-45F4-9185F05091D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48767406"/>
                  </p:ext>
                </p:extLst>
              </p:nvPr>
            </p:nvGraphicFramePr>
            <p:xfrm>
              <a:off x="2554567" y="4453765"/>
              <a:ext cx="1920240" cy="192024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20240" cy="1920240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0529" d="1000000"/>
                    <am3d:preTrans dx="0" dy="-17999995" dz="5866"/>
                    <am3d:scale>
                      <am3d:sx n="1000000" d="1000000"/>
                      <am3d:sy n="1000000" d="1000000"/>
                      <am3d:sz n="1000000" d="1000000"/>
                    </am3d:scale>
                    <am3d:rot ax="-1743801" ay="-2831335" az="-946932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9929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2" name="3D Model 81" descr="Dark Gray Cube">
                <a:extLst>
                  <a:ext uri="{FF2B5EF4-FFF2-40B4-BE49-F238E27FC236}">
                    <a16:creationId xmlns:a16="http://schemas.microsoft.com/office/drawing/2014/main" id="{74B1D715-87B8-D533-45F4-9185F05091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4567" y="4453765"/>
                <a:ext cx="1920240" cy="1920240"/>
              </a:xfrm>
              <a:prstGeom prst="rect">
                <a:avLst/>
              </a:prstGeom>
            </p:spPr>
          </p:pic>
        </mc:Fallback>
      </mc:AlternateContent>
      <p:pic>
        <p:nvPicPr>
          <p:cNvPr id="88" name="Picture 87" descr="A magnifying glass with a yellow handle&#10;&#10;Description automatically generated">
            <a:extLst>
              <a:ext uri="{FF2B5EF4-FFF2-40B4-BE49-F238E27FC236}">
                <a16:creationId xmlns:a16="http://schemas.microsoft.com/office/drawing/2014/main" id="{DD911E8A-75A1-E604-9607-B09CF8B5E58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2819284" y="4639962"/>
            <a:ext cx="1848349" cy="1848349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EDB68950-6AF2-B818-29E4-09F2EB8296F0}"/>
              </a:ext>
            </a:extLst>
          </p:cNvPr>
          <p:cNvSpPr txBox="1"/>
          <p:nvPr/>
        </p:nvSpPr>
        <p:spPr>
          <a:xfrm>
            <a:off x="2785086" y="5089113"/>
            <a:ext cx="145013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1" dirty="0"/>
              <a:t>Explainer</a:t>
            </a:r>
            <a:endParaRPr lang="LID4096" sz="180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5FBC60F-7CED-FC0F-DC97-0A89AAB2AE25}"/>
              </a:ext>
            </a:extLst>
          </p:cNvPr>
          <p:cNvSpPr txBox="1"/>
          <p:nvPr/>
        </p:nvSpPr>
        <p:spPr>
          <a:xfrm>
            <a:off x="7024681" y="4560624"/>
            <a:ext cx="950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rear wheel</a:t>
            </a:r>
            <a:endParaRPr lang="LID4096" sz="1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23D8B36-BF2B-C870-9BD8-893E96A0FCC2}"/>
              </a:ext>
            </a:extLst>
          </p:cNvPr>
          <p:cNvSpPr txBox="1"/>
          <p:nvPr/>
        </p:nvSpPr>
        <p:spPr>
          <a:xfrm>
            <a:off x="7024681" y="5142988"/>
            <a:ext cx="950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front wheel</a:t>
            </a:r>
            <a:endParaRPr lang="LID4096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9151C55-1424-D594-774F-40FD566409B1}"/>
              </a:ext>
            </a:extLst>
          </p:cNvPr>
          <p:cNvSpPr txBox="1"/>
          <p:nvPr/>
        </p:nvSpPr>
        <p:spPr>
          <a:xfrm>
            <a:off x="7022780" y="5725279"/>
            <a:ext cx="950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pedal</a:t>
            </a:r>
            <a:endParaRPr lang="LID4096" sz="12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8DDD5DF-44E0-D11F-B2E8-7695C3A709F5}"/>
              </a:ext>
            </a:extLst>
          </p:cNvPr>
          <p:cNvSpPr txBox="1"/>
          <p:nvPr/>
        </p:nvSpPr>
        <p:spPr>
          <a:xfrm>
            <a:off x="7022780" y="6254205"/>
            <a:ext cx="950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saddle</a:t>
            </a:r>
            <a:endParaRPr lang="LID4096" sz="1200" dirty="0"/>
          </a:p>
        </p:txBody>
      </p:sp>
    </p:spTree>
    <p:extLst>
      <p:ext uri="{BB962C8B-B14F-4D97-AF65-F5344CB8AC3E}">
        <p14:creationId xmlns:p14="http://schemas.microsoft.com/office/powerpoint/2010/main" val="1634514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</TotalTime>
  <Words>14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Comic Sans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Homayun Afrabandpey (Nokia)</dc:creator>
  <cp:lastModifiedBy>Homayun Afrabandpey (Nokia)</cp:lastModifiedBy>
  <cp:revision>1</cp:revision>
  <dcterms:created xsi:type="dcterms:W3CDTF">2024-07-25T14:22:06Z</dcterms:created>
  <dcterms:modified xsi:type="dcterms:W3CDTF">2024-07-25T19:14:46Z</dcterms:modified>
</cp:coreProperties>
</file>