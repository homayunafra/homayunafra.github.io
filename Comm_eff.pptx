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</p:sldIdLst>
  <p:sldSz cx="121920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66" d="100"/>
          <a:sy n="66" d="100"/>
        </p:scale>
        <p:origin x="57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97187"/>
            <a:ext cx="9144000" cy="254677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42174"/>
            <a:ext cx="9144000" cy="1766146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123C8-BD23-40F6-805E-46197B9D135E}" type="datetimeFigureOut">
              <a:rPr lang="LID4096" smtClean="0"/>
              <a:t>07/22/2024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1810-D443-4E39-B0BE-FB898EDA66E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86134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123C8-BD23-40F6-805E-46197B9D135E}" type="datetimeFigureOut">
              <a:rPr lang="LID4096" smtClean="0"/>
              <a:t>07/22/2024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1810-D443-4E39-B0BE-FB898EDA66E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86358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823721"/>
            <a:ext cx="10515600" cy="304291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895428"/>
            <a:ext cx="10515600" cy="16001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123C8-BD23-40F6-805E-46197B9D135E}" type="datetimeFigureOut">
              <a:rPr lang="LID4096" smtClean="0"/>
              <a:t>07/22/2024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1810-D443-4E39-B0BE-FB898EDA66E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58566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47333"/>
            <a:ext cx="518160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947333"/>
            <a:ext cx="518160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123C8-BD23-40F6-805E-46197B9D135E}" type="datetimeFigureOut">
              <a:rPr lang="LID4096" smtClean="0"/>
              <a:t>07/22/2024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1810-D443-4E39-B0BE-FB898EDA66E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54076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89467"/>
            <a:ext cx="10515600" cy="14139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793241"/>
            <a:ext cx="5157787" cy="8788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672080"/>
            <a:ext cx="5157787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793241"/>
            <a:ext cx="5183188" cy="87883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672080"/>
            <a:ext cx="5183188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123C8-BD23-40F6-805E-46197B9D135E}" type="datetimeFigureOut">
              <a:rPr lang="LID4096" smtClean="0"/>
              <a:t>07/22/2024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1810-D443-4E39-B0BE-FB898EDA66E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12132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123C8-BD23-40F6-805E-46197B9D135E}" type="datetimeFigureOut">
              <a:rPr lang="LID4096" smtClean="0"/>
              <a:t>07/22/2024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1810-D443-4E39-B0BE-FB898EDA66E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536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123C8-BD23-40F6-805E-46197B9D135E}" type="datetimeFigureOut">
              <a:rPr lang="LID4096" smtClean="0"/>
              <a:t>07/22/2024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1810-D443-4E39-B0BE-FB898EDA66E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56899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87680"/>
            <a:ext cx="3932237" cy="17068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053254"/>
            <a:ext cx="6172200" cy="519853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194560"/>
            <a:ext cx="3932237" cy="406569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123C8-BD23-40F6-805E-46197B9D135E}" type="datetimeFigureOut">
              <a:rPr lang="LID4096" smtClean="0"/>
              <a:t>07/22/2024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1810-D443-4E39-B0BE-FB898EDA66E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75949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87680"/>
            <a:ext cx="3932237" cy="170688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053254"/>
            <a:ext cx="6172200" cy="519853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194560"/>
            <a:ext cx="3932237" cy="406569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123C8-BD23-40F6-805E-46197B9D135E}" type="datetimeFigureOut">
              <a:rPr lang="LID4096" smtClean="0"/>
              <a:t>07/22/2024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1810-D443-4E39-B0BE-FB898EDA66E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32919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123C8-BD23-40F6-805E-46197B9D135E}" type="datetimeFigureOut">
              <a:rPr lang="LID4096" smtClean="0"/>
              <a:t>07/22/2024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1810-D443-4E39-B0BE-FB898EDA66E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40321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89467"/>
            <a:ext cx="2628900" cy="61992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89467"/>
            <a:ext cx="7734300" cy="61992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123C8-BD23-40F6-805E-46197B9D135E}" type="datetimeFigureOut">
              <a:rPr lang="LID4096" smtClean="0"/>
              <a:t>07/22/2024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71810-D443-4E39-B0BE-FB898EDA66E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86656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89467"/>
            <a:ext cx="10515600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947333"/>
            <a:ext cx="10515600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780107"/>
            <a:ext cx="274320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D123C8-BD23-40F6-805E-46197B9D135E}" type="datetimeFigureOut">
              <a:rPr lang="LID4096" smtClean="0"/>
              <a:t>07/22/2024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780107"/>
            <a:ext cx="411480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780107"/>
            <a:ext cx="274320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C71810-D443-4E39-B0BE-FB898EDA66E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50141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svgsilh.com/image/297697.html" TargetMode="External"/><Relationship Id="rId5" Type="http://schemas.openxmlformats.org/officeDocument/2006/relationships/image" Target="../media/image4.svg"/><Relationship Id="rId10" Type="http://schemas.openxmlformats.org/officeDocument/2006/relationships/image" Target="../media/image8.jp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network&#10;&#10;Description automatically generated">
            <a:extLst>
              <a:ext uri="{FF2B5EF4-FFF2-40B4-BE49-F238E27FC236}">
                <a16:creationId xmlns:a16="http://schemas.microsoft.com/office/drawing/2014/main" id="{84C3B7FB-EE34-980B-7CD3-EB5A3D141B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75" y="686918"/>
            <a:ext cx="3644298" cy="301752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ight Brace 4">
            <a:extLst>
              <a:ext uri="{FF2B5EF4-FFF2-40B4-BE49-F238E27FC236}">
                <a16:creationId xmlns:a16="http://schemas.microsoft.com/office/drawing/2014/main" id="{0115C2E5-81A8-A627-5E54-96261AED87D6}"/>
              </a:ext>
            </a:extLst>
          </p:cNvPr>
          <p:cNvSpPr/>
          <p:nvPr/>
        </p:nvSpPr>
        <p:spPr>
          <a:xfrm>
            <a:off x="3621275" y="3140381"/>
            <a:ext cx="171450" cy="27432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DD69514-5D83-F8B3-FC7F-E65F736B41E5}"/>
              </a:ext>
            </a:extLst>
          </p:cNvPr>
          <p:cNvSpPr/>
          <p:nvPr/>
        </p:nvSpPr>
        <p:spPr>
          <a:xfrm>
            <a:off x="291390" y="612812"/>
            <a:ext cx="3113530" cy="3091626"/>
          </a:xfrm>
          <a:prstGeom prst="roundRect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10652C-D99F-04E8-7CB5-5674E85491E8}"/>
              </a:ext>
            </a:extLst>
          </p:cNvPr>
          <p:cNvSpPr txBox="1"/>
          <p:nvPr/>
        </p:nvSpPr>
        <p:spPr>
          <a:xfrm>
            <a:off x="9291372" y="229092"/>
            <a:ext cx="2163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Cloud Server</a:t>
            </a:r>
            <a:endParaRPr lang="LID4096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A9543C-2425-D311-943F-E1DCE4CE2185}"/>
              </a:ext>
            </a:extLst>
          </p:cNvPr>
          <p:cNvSpPr txBox="1"/>
          <p:nvPr/>
        </p:nvSpPr>
        <p:spPr>
          <a:xfrm>
            <a:off x="766387" y="226372"/>
            <a:ext cx="21635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Client</a:t>
            </a:r>
            <a:endParaRPr lang="LID4096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2D5096-BDC0-5337-B7AF-D83D15270767}"/>
              </a:ext>
            </a:extLst>
          </p:cNvPr>
          <p:cNvSpPr txBox="1"/>
          <p:nvPr/>
        </p:nvSpPr>
        <p:spPr>
          <a:xfrm>
            <a:off x="994987" y="3778548"/>
            <a:ext cx="1706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DNN Part 1</a:t>
            </a:r>
            <a:endParaRPr lang="LID4096" sz="1200" dirty="0"/>
          </a:p>
        </p:txBody>
      </p:sp>
      <p:pic>
        <p:nvPicPr>
          <p:cNvPr id="15" name="Picture 14" descr="A diagram of 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F528B1A3-4BE4-9DD2-11E9-C447CE1E8E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1606" y="1511321"/>
            <a:ext cx="2687261" cy="995608"/>
          </a:xfrm>
          <a:prstGeom prst="rect">
            <a:avLst/>
          </a:prstGeom>
        </p:spPr>
      </p:pic>
      <p:sp>
        <p:nvSpPr>
          <p:cNvPr id="8" name="Cloud 7">
            <a:extLst>
              <a:ext uri="{FF2B5EF4-FFF2-40B4-BE49-F238E27FC236}">
                <a16:creationId xmlns:a16="http://schemas.microsoft.com/office/drawing/2014/main" id="{5569FEB1-023D-15AA-095A-11B7E6F7369D}"/>
              </a:ext>
            </a:extLst>
          </p:cNvPr>
          <p:cNvSpPr/>
          <p:nvPr/>
        </p:nvSpPr>
        <p:spPr>
          <a:xfrm>
            <a:off x="8523929" y="608638"/>
            <a:ext cx="3448359" cy="2918829"/>
          </a:xfrm>
          <a:prstGeom prst="cloud">
            <a:avLst/>
          </a:prstGeom>
          <a:solidFill>
            <a:schemeClr val="tx2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0F687A-D400-5D2A-EE89-0651CB5DF0A9}"/>
              </a:ext>
            </a:extLst>
          </p:cNvPr>
          <p:cNvSpPr txBox="1"/>
          <p:nvPr/>
        </p:nvSpPr>
        <p:spPr>
          <a:xfrm>
            <a:off x="9744491" y="2670555"/>
            <a:ext cx="12246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DNN Part 2 (Task Head)</a:t>
            </a:r>
            <a:endParaRPr lang="LID4096" sz="12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82382A8-047F-FB4D-B99B-2F93D30BA6F6}"/>
              </a:ext>
            </a:extLst>
          </p:cNvPr>
          <p:cNvSpPr/>
          <p:nvPr/>
        </p:nvSpPr>
        <p:spPr>
          <a:xfrm>
            <a:off x="4755605" y="2820340"/>
            <a:ext cx="1537344" cy="914400"/>
          </a:xfrm>
          <a:prstGeom prst="round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Feature Compression Block</a:t>
            </a:r>
            <a:endParaRPr lang="LID4096" sz="1400" dirty="0">
              <a:solidFill>
                <a:schemeClr val="tx1"/>
              </a:solidFill>
            </a:endParaRPr>
          </a:p>
        </p:txBody>
      </p:sp>
      <p:sp>
        <p:nvSpPr>
          <p:cNvPr id="21" name="Arrow: Notched Right 20">
            <a:extLst>
              <a:ext uri="{FF2B5EF4-FFF2-40B4-BE49-F238E27FC236}">
                <a16:creationId xmlns:a16="http://schemas.microsoft.com/office/drawing/2014/main" id="{2DE1B302-155F-C057-D41E-83A5B0DCED5A}"/>
              </a:ext>
            </a:extLst>
          </p:cNvPr>
          <p:cNvSpPr/>
          <p:nvPr/>
        </p:nvSpPr>
        <p:spPr>
          <a:xfrm>
            <a:off x="3900324" y="3195505"/>
            <a:ext cx="750888" cy="164075"/>
          </a:xfrm>
          <a:prstGeom prst="notched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2" name="Speech Bubble: Rectangle with Corners Rounded 21">
            <a:extLst>
              <a:ext uri="{FF2B5EF4-FFF2-40B4-BE49-F238E27FC236}">
                <a16:creationId xmlns:a16="http://schemas.microsoft.com/office/drawing/2014/main" id="{2EBACF51-AEDC-030D-DC42-E0F979E4AD59}"/>
              </a:ext>
            </a:extLst>
          </p:cNvPr>
          <p:cNvSpPr/>
          <p:nvPr/>
        </p:nvSpPr>
        <p:spPr>
          <a:xfrm>
            <a:off x="3524927" y="1812963"/>
            <a:ext cx="1537345" cy="749536"/>
          </a:xfrm>
          <a:prstGeom prst="wedgeRoundRectCallout">
            <a:avLst>
              <a:gd name="adj1" fmla="val -41003"/>
              <a:gd name="adj2" fmla="val 107806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Intermediate features to be compressed consisting of 4 tensors</a:t>
            </a:r>
            <a:endParaRPr lang="LID4096" sz="1000" dirty="0">
              <a:solidFill>
                <a:schemeClr val="tx1"/>
              </a:solidFill>
            </a:endParaRPr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B6F0E4C1-0D83-C7EE-7BAD-531EE7E45C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6854039" y="2306158"/>
            <a:ext cx="1318950" cy="1428584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3ABC00F-D6A4-5765-3EFC-26B1F6026821}"/>
              </a:ext>
            </a:extLst>
          </p:cNvPr>
          <p:cNvCxnSpPr/>
          <p:nvPr/>
        </p:nvCxnSpPr>
        <p:spPr>
          <a:xfrm>
            <a:off x="291391" y="4128649"/>
            <a:ext cx="117794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FBBDD06-0F9A-B430-2204-5A7B61A9510D}"/>
              </a:ext>
            </a:extLst>
          </p:cNvPr>
          <p:cNvCxnSpPr/>
          <p:nvPr/>
        </p:nvCxnSpPr>
        <p:spPr>
          <a:xfrm>
            <a:off x="297486" y="4106854"/>
            <a:ext cx="117794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Diagram&#10;&#10;Description automatically generated">
            <a:extLst>
              <a:ext uri="{FF2B5EF4-FFF2-40B4-BE49-F238E27FC236}">
                <a16:creationId xmlns:a16="http://schemas.microsoft.com/office/drawing/2014/main" id="{B7CB3E85-EA1D-62A0-461A-FBFAF7728E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11" y="5126135"/>
            <a:ext cx="2378543" cy="1554480"/>
          </a:xfrm>
          <a:prstGeom prst="rect">
            <a:avLst/>
          </a:prstGeom>
        </p:spPr>
      </p:pic>
      <p:pic>
        <p:nvPicPr>
          <p:cNvPr id="29" name="Picture 28" descr="A diagram of a server&#10;&#10;Description automatically generated">
            <a:extLst>
              <a:ext uri="{FF2B5EF4-FFF2-40B4-BE49-F238E27FC236}">
                <a16:creationId xmlns:a16="http://schemas.microsoft.com/office/drawing/2014/main" id="{5814D03E-760C-5ABF-89BE-624E9ACD70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070" y="5134558"/>
            <a:ext cx="2423809" cy="1554480"/>
          </a:xfrm>
          <a:prstGeom prst="rect">
            <a:avLst/>
          </a:prstGeom>
        </p:spPr>
      </p:pic>
      <p:pic>
        <p:nvPicPr>
          <p:cNvPr id="31" name="Picture 30" descr="A diagram of a server&#10;&#10;Description automatically generated">
            <a:extLst>
              <a:ext uri="{FF2B5EF4-FFF2-40B4-BE49-F238E27FC236}">
                <a16:creationId xmlns:a16="http://schemas.microsoft.com/office/drawing/2014/main" id="{8F625565-7C13-12F6-9B47-CE8F87331CE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1482" y="5134558"/>
            <a:ext cx="2479763" cy="1554480"/>
          </a:xfrm>
          <a:prstGeom prst="rect">
            <a:avLst/>
          </a:prstGeom>
        </p:spPr>
      </p:pic>
      <p:sp>
        <p:nvSpPr>
          <p:cNvPr id="32" name="Arc 31">
            <a:extLst>
              <a:ext uri="{FF2B5EF4-FFF2-40B4-BE49-F238E27FC236}">
                <a16:creationId xmlns:a16="http://schemas.microsoft.com/office/drawing/2014/main" id="{D2844507-DFAE-033C-13F9-5888E1EE204B}"/>
              </a:ext>
            </a:extLst>
          </p:cNvPr>
          <p:cNvSpPr/>
          <p:nvPr/>
        </p:nvSpPr>
        <p:spPr>
          <a:xfrm rot="1963992">
            <a:off x="10019467" y="5162048"/>
            <a:ext cx="1637710" cy="1316184"/>
          </a:xfrm>
          <a:prstGeom prst="arc">
            <a:avLst>
              <a:gd name="adj1" fmla="val 17046378"/>
              <a:gd name="adj2" fmla="val 1313994"/>
            </a:avLst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01A527-5E0C-1665-4061-12785E3E4AE2}"/>
              </a:ext>
            </a:extLst>
          </p:cNvPr>
          <p:cNvSpPr txBox="1"/>
          <p:nvPr/>
        </p:nvSpPr>
        <p:spPr>
          <a:xfrm rot="5400000">
            <a:off x="11347190" y="5754167"/>
            <a:ext cx="763658" cy="307942"/>
          </a:xfrm>
          <a:prstGeom prst="rect">
            <a:avLst/>
          </a:prstGeom>
          <a:noFill/>
        </p:spPr>
        <p:txBody>
          <a:bodyPr wrap="square" rtlCol="0">
            <a:prstTxWarp prst="textChevron">
              <a:avLst>
                <a:gd name="adj" fmla="val 30826"/>
              </a:avLst>
            </a:prstTxWarp>
            <a:spAutoFit/>
          </a:bodyPr>
          <a:lstStyle/>
          <a:p>
            <a:r>
              <a:rPr lang="en-US" sz="9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Update</a:t>
            </a:r>
            <a:endParaRPr lang="LID4096" sz="140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DE3EDB8-8A63-BC11-27F7-5EAC3A1D7B0C}"/>
              </a:ext>
            </a:extLst>
          </p:cNvPr>
          <p:cNvCxnSpPr>
            <a:stCxn id="28" idx="3"/>
            <a:endCxn id="29" idx="1"/>
          </p:cNvCxnSpPr>
          <p:nvPr/>
        </p:nvCxnSpPr>
        <p:spPr>
          <a:xfrm>
            <a:off x="2467354" y="5903377"/>
            <a:ext cx="457715" cy="84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D01D281-93B5-60ED-B9B6-B8A4A0351359}"/>
              </a:ext>
            </a:extLst>
          </p:cNvPr>
          <p:cNvCxnSpPr>
            <a:cxnSpLocks/>
            <a:stCxn id="29" idx="3"/>
          </p:cNvCxnSpPr>
          <p:nvPr/>
        </p:nvCxnSpPr>
        <p:spPr>
          <a:xfrm flipV="1">
            <a:off x="5348877" y="5907229"/>
            <a:ext cx="446954" cy="45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25F5590-A0B6-25D8-6D1C-9D7612F4B65A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8275593" y="5907229"/>
            <a:ext cx="545888" cy="45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2074886-EB20-B233-0B44-CFCC16D6CFCC}"/>
              </a:ext>
            </a:extLst>
          </p:cNvPr>
          <p:cNvSpPr txBox="1"/>
          <p:nvPr/>
        </p:nvSpPr>
        <p:spPr>
          <a:xfrm>
            <a:off x="3108036" y="4230164"/>
            <a:ext cx="5975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u="sng" dirty="0"/>
              <a:t>Model/Model Update Compression for Federated Learning</a:t>
            </a:r>
            <a:endParaRPr lang="LID4096" i="1" u="sng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35E4B2-DCFF-DED1-A48D-BEC3F78ABA9C}"/>
              </a:ext>
            </a:extLst>
          </p:cNvPr>
          <p:cNvSpPr txBox="1"/>
          <p:nvPr/>
        </p:nvSpPr>
        <p:spPr>
          <a:xfrm>
            <a:off x="3855702" y="50101"/>
            <a:ext cx="41060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u="sng" dirty="0"/>
              <a:t>Feature Compression for Split Inference</a:t>
            </a:r>
            <a:endParaRPr lang="LID4096" i="1" u="sng" dirty="0"/>
          </a:p>
        </p:txBody>
      </p:sp>
      <p:pic>
        <p:nvPicPr>
          <p:cNvPr id="3" name="Picture 2" descr="A diagram of a server&#10;&#10;Description automatically generated">
            <a:extLst>
              <a:ext uri="{FF2B5EF4-FFF2-40B4-BE49-F238E27FC236}">
                <a16:creationId xmlns:a16="http://schemas.microsoft.com/office/drawing/2014/main" id="{391565CE-8A6A-6B1D-641F-5F3D7976B5D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3852" y="5147697"/>
            <a:ext cx="2481070" cy="1554480"/>
          </a:xfrm>
          <a:prstGeom prst="rect">
            <a:avLst/>
          </a:prstGeom>
        </p:spPr>
      </p:pic>
      <p:pic>
        <p:nvPicPr>
          <p:cNvPr id="6" name="Picture 5" descr="A diagram of a server&#10;&#10;Description automatically generated">
            <a:extLst>
              <a:ext uri="{FF2B5EF4-FFF2-40B4-BE49-F238E27FC236}">
                <a16:creationId xmlns:a16="http://schemas.microsoft.com/office/drawing/2014/main" id="{D45ACCC2-6229-9775-1842-C5E3870CD9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6113" y="5147697"/>
            <a:ext cx="2481070" cy="15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674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1D5F6A9FC10F459B5EB32629DC4DA3" ma:contentTypeVersion="16" ma:contentTypeDescription="Create a new document." ma:contentTypeScope="" ma:versionID="09bdc77e26953dd98ff538ccda0d2da5">
  <xsd:schema xmlns:xsd="http://www.w3.org/2001/XMLSchema" xmlns:xs="http://www.w3.org/2001/XMLSchema" xmlns:p="http://schemas.microsoft.com/office/2006/metadata/properties" xmlns:ns3="e7af542a-06fb-4a20-80d7-88c709544915" xmlns:ns4="a8fb33ee-e081-40f0-a6f5-ed97362708af" targetNamespace="http://schemas.microsoft.com/office/2006/metadata/properties" ma:root="true" ma:fieldsID="cdbfc349031b1b1e30dd8dbe774d73ef" ns3:_="" ns4:_="">
    <xsd:import namespace="e7af542a-06fb-4a20-80d7-88c709544915"/>
    <xsd:import namespace="a8fb33ee-e081-40f0-a6f5-ed97362708af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_activity" minOccurs="0"/>
                <xsd:element ref="ns4:MediaServiceDateTaken" minOccurs="0"/>
                <xsd:element ref="ns4:MediaServiceAutoTags" minOccurs="0"/>
                <xsd:element ref="ns4:MediaLengthInSeconds" minOccurs="0"/>
                <xsd:element ref="ns4:MediaServiceObjectDetectorVersions" minOccurs="0"/>
                <xsd:element ref="ns4:MediaServiceSearchProperties" minOccurs="0"/>
                <xsd:element ref="ns4:MediaServiceSystemTags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af542a-06fb-4a20-80d7-88c70954491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fb33ee-e081-40f0-a6f5-ed97362708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8fb33ee-e081-40f0-a6f5-ed97362708af" xsi:nil="true"/>
  </documentManagement>
</p:properties>
</file>

<file path=customXml/itemProps1.xml><?xml version="1.0" encoding="utf-8"?>
<ds:datastoreItem xmlns:ds="http://schemas.openxmlformats.org/officeDocument/2006/customXml" ds:itemID="{414FD892-CDD7-4B5E-A455-522F9FF988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7af542a-06fb-4a20-80d7-88c709544915"/>
    <ds:schemaRef ds:uri="a8fb33ee-e081-40f0-a6f5-ed97362708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880A4E1-86FB-4E08-9DFE-613CDACE906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793A05B-D276-453D-8828-7FCBA828C3A4}">
  <ds:schemaRefs>
    <ds:schemaRef ds:uri="http://purl.org/dc/dcmitype/"/>
    <ds:schemaRef ds:uri="http://schemas.microsoft.com/office/2006/metadata/properties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a8fb33ee-e081-40f0-a6f5-ed97362708af"/>
    <ds:schemaRef ds:uri="e7af542a-06fb-4a20-80d7-88c709544915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d471751-9675-428d-917b-70f44f9630b0}" enabled="0" method="" siteId="{5d471751-9675-428d-917b-70f44f9630b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2234</TotalTime>
  <Words>39</Words>
  <Application>Microsoft Office PowerPoint</Application>
  <PresentationFormat>Custom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Homayun Afrabandpey (Nokia)</dc:creator>
  <cp:lastModifiedBy>Homayun Afrabandpey</cp:lastModifiedBy>
  <cp:revision>2</cp:revision>
  <dcterms:created xsi:type="dcterms:W3CDTF">2024-07-19T19:06:19Z</dcterms:created>
  <dcterms:modified xsi:type="dcterms:W3CDTF">2024-07-22T16:00:14Z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0x0101000A1D5F6A9FC10F459B5EB32629DC4DA3</vt:lpwstr>
  </property>
</Properties>
</file>